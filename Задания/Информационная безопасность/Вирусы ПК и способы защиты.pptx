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60" r:id="rId3"/>
    <p:sldId id="258" r:id="rId4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Замещающая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ru-RU" smtClean="0"/>
            </a:fld>
            <a:endParaRPr lang="ru-RU"/>
          </a:p>
        </p:txBody>
      </p:sp>
      <p:sp>
        <p:nvSpPr>
          <p:cNvPr id="4" name="Замещающий 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полнитель примечаний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Щелкните, чтобы изменить стиль образца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6" Type="http://schemas.openxmlformats.org/officeDocument/2006/relationships/tags" Target="../tags/tag39.xml"/><Relationship Id="rId15" Type="http://schemas.openxmlformats.org/officeDocument/2006/relationships/tags" Target="../tags/tag38.xml"/><Relationship Id="rId14" Type="http://schemas.openxmlformats.org/officeDocument/2006/relationships/tags" Target="../tags/tag37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4" Type="http://schemas.openxmlformats.org/officeDocument/2006/relationships/tags" Target="../tags/tag52.xml"/><Relationship Id="rId13" Type="http://schemas.openxmlformats.org/officeDocument/2006/relationships/tags" Target="../tags/tag51.xml"/><Relationship Id="rId12" Type="http://schemas.openxmlformats.org/officeDocument/2006/relationships/tags" Target="../tags/tag50.xml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tags" Target="../tags/tag89.xml"/><Relationship Id="rId7" Type="http://schemas.openxmlformats.org/officeDocument/2006/relationships/tags" Target="../tags/tag88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8" Type="http://schemas.openxmlformats.org/officeDocument/2006/relationships/tags" Target="../tags/tag99.xml"/><Relationship Id="rId17" Type="http://schemas.openxmlformats.org/officeDocument/2006/relationships/tags" Target="../tags/tag98.xml"/><Relationship Id="rId16" Type="http://schemas.openxmlformats.org/officeDocument/2006/relationships/tags" Target="../tags/tag97.xml"/><Relationship Id="rId15" Type="http://schemas.openxmlformats.org/officeDocument/2006/relationships/tags" Target="../tags/tag96.xml"/><Relationship Id="rId14" Type="http://schemas.openxmlformats.org/officeDocument/2006/relationships/tags" Target="../tags/tag95.xml"/><Relationship Id="rId13" Type="http://schemas.openxmlformats.org/officeDocument/2006/relationships/tags" Target="../tags/tag94.xml"/><Relationship Id="rId12" Type="http://schemas.openxmlformats.org/officeDocument/2006/relationships/tags" Target="../tags/tag93.xml"/><Relationship Id="rId11" Type="http://schemas.openxmlformats.org/officeDocument/2006/relationships/tags" Target="../tags/tag92.xml"/><Relationship Id="rId10" Type="http://schemas.openxmlformats.org/officeDocument/2006/relationships/tags" Target="../tags/tag9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直接连接符 38"/>
          <p:cNvCxnSpPr/>
          <p:nvPr userDrawn="1">
            <p:custDataLst>
              <p:tags r:id="rId2"/>
            </p:custDataLst>
          </p:nvPr>
        </p:nvCxnSpPr>
        <p:spPr>
          <a:xfrm>
            <a:off x="9105265" y="586740"/>
            <a:ext cx="13398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 userDrawn="1">
            <p:custDataLst>
              <p:tags r:id="rId3"/>
            </p:custDataLst>
          </p:nvPr>
        </p:nvCxnSpPr>
        <p:spPr>
          <a:xfrm>
            <a:off x="9105265" y="645160"/>
            <a:ext cx="13398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 userDrawn="1">
            <p:custDataLst>
              <p:tags r:id="rId4"/>
            </p:custDataLst>
          </p:nvPr>
        </p:nvCxnSpPr>
        <p:spPr>
          <a:xfrm>
            <a:off x="9105265" y="703580"/>
            <a:ext cx="13398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副标题"/>
          <p:cNvSpPr>
            <a:spLocks noGrp="1"/>
          </p:cNvSpPr>
          <p:nvPr>
            <p:ph type="body" idx="32" hasCustomPrompt="1"/>
            <p:custDataLst>
              <p:tags r:id="rId5"/>
            </p:custDataLst>
          </p:nvPr>
        </p:nvSpPr>
        <p:spPr>
          <a:xfrm>
            <a:off x="1689735" y="2755316"/>
            <a:ext cx="7549515" cy="67754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en-US" sz="2000" b="1" i="0" u="none" strike="noStrike" kern="1200" cap="none" spc="0" normalizeH="0" baseline="0" noProof="1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7" name="标题"/>
          <p:cNvSpPr>
            <a:spLocks noGrp="1"/>
          </p:cNvSpPr>
          <p:nvPr>
            <p:ph type="title" idx="31" hasCustomPrompt="1"/>
            <p:custDataLst>
              <p:tags r:id="rId6"/>
            </p:custDataLst>
          </p:nvPr>
        </p:nvSpPr>
        <p:spPr>
          <a:xfrm>
            <a:off x="1689735" y="98425"/>
            <a:ext cx="9169400" cy="265366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000" b="1" i="0" u="none" strike="noStrike" kern="1200" cap="none" spc="0" normalizeH="0" baseline="0" noProof="1" smtClean="0">
                <a:ln>
                  <a:noFill/>
                  <a:prstDash val="sysDot"/>
                </a:ln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sp>
        <p:nvSpPr>
          <p:cNvPr id="11" name="椭圆 10"/>
          <p:cNvSpPr/>
          <p:nvPr userDrawn="1">
            <p:custDataLst>
              <p:tags r:id="rId7"/>
            </p:custDataLst>
          </p:nvPr>
        </p:nvSpPr>
        <p:spPr>
          <a:xfrm>
            <a:off x="2440305" y="3308985"/>
            <a:ext cx="71755" cy="71755"/>
          </a:xfrm>
          <a:prstGeom prst="ellipse">
            <a:avLst/>
          </a:prstGeom>
          <a:solidFill>
            <a:schemeClr val="bg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  <p:sp>
        <p:nvSpPr>
          <p:cNvPr id="35" name="椭圆 34"/>
          <p:cNvSpPr/>
          <p:nvPr userDrawn="1">
            <p:custDataLst>
              <p:tags r:id="rId11"/>
            </p:custDataLst>
          </p:nvPr>
        </p:nvSpPr>
        <p:spPr>
          <a:xfrm>
            <a:off x="5124450" y="4385310"/>
            <a:ext cx="295275" cy="29527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任意多边形 2"/>
          <p:cNvSpPr/>
          <p:nvPr userDrawn="1">
            <p:custDataLst>
              <p:tags r:id="rId12"/>
            </p:custDataLst>
          </p:nvPr>
        </p:nvSpPr>
        <p:spPr>
          <a:xfrm>
            <a:off x="1270" y="4357370"/>
            <a:ext cx="12190730" cy="1986280"/>
          </a:xfrm>
          <a:custGeom>
            <a:avLst/>
            <a:gdLst>
              <a:gd name="connsiteX0" fmla="*/ 0 w 19198"/>
              <a:gd name="connsiteY0" fmla="*/ 2656 h 5310"/>
              <a:gd name="connsiteX1" fmla="*/ 2567 w 19198"/>
              <a:gd name="connsiteY1" fmla="*/ 2438 h 5310"/>
              <a:gd name="connsiteX2" fmla="*/ 7450 w 19198"/>
              <a:gd name="connsiteY2" fmla="*/ 83 h 5310"/>
              <a:gd name="connsiteX3" fmla="*/ 14069 w 19198"/>
              <a:gd name="connsiteY3" fmla="*/ 5300 h 5310"/>
              <a:gd name="connsiteX4" fmla="*/ 19198 w 19198"/>
              <a:gd name="connsiteY4" fmla="*/ 3046 h 5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5311">
                <a:moveTo>
                  <a:pt x="0" y="2656"/>
                </a:moveTo>
                <a:cubicBezTo>
                  <a:pt x="432" y="2680"/>
                  <a:pt x="1077" y="2953"/>
                  <a:pt x="2567" y="2438"/>
                </a:cubicBezTo>
                <a:cubicBezTo>
                  <a:pt x="4057" y="1923"/>
                  <a:pt x="5165" y="-471"/>
                  <a:pt x="7450" y="83"/>
                </a:cubicBezTo>
                <a:cubicBezTo>
                  <a:pt x="9735" y="637"/>
                  <a:pt x="11730" y="5128"/>
                  <a:pt x="14069" y="5300"/>
                </a:cubicBezTo>
                <a:cubicBezTo>
                  <a:pt x="16408" y="5472"/>
                  <a:pt x="18305" y="3601"/>
                  <a:pt x="19198" y="3046"/>
                </a:cubicBezTo>
              </a:path>
            </a:pathLst>
          </a:custGeom>
          <a:noFill/>
          <a:ln w="19050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任意多边形 39"/>
          <p:cNvSpPr/>
          <p:nvPr userDrawn="1">
            <p:custDataLst>
              <p:tags r:id="rId13"/>
            </p:custDataLst>
          </p:nvPr>
        </p:nvSpPr>
        <p:spPr>
          <a:xfrm>
            <a:off x="2540" y="4643120"/>
            <a:ext cx="12190730" cy="1539240"/>
          </a:xfrm>
          <a:custGeom>
            <a:avLst/>
            <a:gdLst>
              <a:gd name="connsiteX0" fmla="*/ 0 w 19198"/>
              <a:gd name="connsiteY0" fmla="*/ 1171 h 2424"/>
              <a:gd name="connsiteX1" fmla="*/ 2640 w 19198"/>
              <a:gd name="connsiteY1" fmla="*/ 1211 h 2424"/>
              <a:gd name="connsiteX2" fmla="*/ 7538 w 19198"/>
              <a:gd name="connsiteY2" fmla="*/ 57 h 2424"/>
              <a:gd name="connsiteX3" fmla="*/ 14121 w 19198"/>
              <a:gd name="connsiteY3" fmla="*/ 2416 h 2424"/>
              <a:gd name="connsiteX4" fmla="*/ 19198 w 19198"/>
              <a:gd name="connsiteY4" fmla="*/ 1401 h 2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2424">
                <a:moveTo>
                  <a:pt x="0" y="1171"/>
                </a:moveTo>
                <a:cubicBezTo>
                  <a:pt x="432" y="1185"/>
                  <a:pt x="1150" y="1514"/>
                  <a:pt x="2640" y="1211"/>
                </a:cubicBezTo>
                <a:cubicBezTo>
                  <a:pt x="4130" y="908"/>
                  <a:pt x="5253" y="-269"/>
                  <a:pt x="7538" y="57"/>
                </a:cubicBezTo>
                <a:cubicBezTo>
                  <a:pt x="9823" y="383"/>
                  <a:pt x="11782" y="2314"/>
                  <a:pt x="14121" y="2416"/>
                </a:cubicBezTo>
                <a:cubicBezTo>
                  <a:pt x="16460" y="2517"/>
                  <a:pt x="18305" y="1728"/>
                  <a:pt x="19198" y="1401"/>
                </a:cubicBezTo>
              </a:path>
            </a:pathLst>
          </a:custGeom>
          <a:noFill/>
          <a:ln w="19050">
            <a:solidFill>
              <a:schemeClr val="accent1">
                <a:alpha val="8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任意多边形 40"/>
          <p:cNvSpPr/>
          <p:nvPr userDrawn="1">
            <p:custDataLst>
              <p:tags r:id="rId14"/>
            </p:custDataLst>
          </p:nvPr>
        </p:nvSpPr>
        <p:spPr>
          <a:xfrm>
            <a:off x="2540" y="4864735"/>
            <a:ext cx="12190730" cy="1163955"/>
          </a:xfrm>
          <a:custGeom>
            <a:avLst/>
            <a:gdLst>
              <a:gd name="connsiteX0" fmla="*/ 0 w 19198"/>
              <a:gd name="connsiteY0" fmla="*/ 906 h 1833"/>
              <a:gd name="connsiteX1" fmla="*/ 2658 w 19198"/>
              <a:gd name="connsiteY1" fmla="*/ 1074 h 1833"/>
              <a:gd name="connsiteX2" fmla="*/ 7591 w 19198"/>
              <a:gd name="connsiteY2" fmla="*/ 63 h 1833"/>
              <a:gd name="connsiteX3" fmla="*/ 14175 w 19198"/>
              <a:gd name="connsiteY3" fmla="*/ 1819 h 1833"/>
              <a:gd name="connsiteX4" fmla="*/ 19198 w 19198"/>
              <a:gd name="connsiteY4" fmla="*/ 1136 h 1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1833">
                <a:moveTo>
                  <a:pt x="0" y="906"/>
                </a:moveTo>
                <a:cubicBezTo>
                  <a:pt x="432" y="920"/>
                  <a:pt x="1168" y="1377"/>
                  <a:pt x="2658" y="1074"/>
                </a:cubicBezTo>
                <a:cubicBezTo>
                  <a:pt x="4148" y="771"/>
                  <a:pt x="5306" y="-263"/>
                  <a:pt x="7591" y="63"/>
                </a:cubicBezTo>
                <a:cubicBezTo>
                  <a:pt x="9876" y="389"/>
                  <a:pt x="11836" y="1717"/>
                  <a:pt x="14175" y="1819"/>
                </a:cubicBezTo>
                <a:cubicBezTo>
                  <a:pt x="16514" y="1920"/>
                  <a:pt x="18305" y="1463"/>
                  <a:pt x="19198" y="1136"/>
                </a:cubicBezTo>
              </a:path>
            </a:pathLst>
          </a:custGeom>
          <a:noFill/>
          <a:ln w="19050">
            <a:solidFill>
              <a:schemeClr val="accent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任意多边形 41"/>
          <p:cNvSpPr/>
          <p:nvPr userDrawn="1">
            <p:custDataLst>
              <p:tags r:id="rId15"/>
            </p:custDataLst>
          </p:nvPr>
        </p:nvSpPr>
        <p:spPr>
          <a:xfrm>
            <a:off x="1270" y="5117465"/>
            <a:ext cx="12190730" cy="730250"/>
          </a:xfrm>
          <a:custGeom>
            <a:avLst/>
            <a:gdLst>
              <a:gd name="connsiteX0" fmla="*/ 0 w 19198"/>
              <a:gd name="connsiteY0" fmla="*/ 606 h 1149"/>
              <a:gd name="connsiteX1" fmla="*/ 2696 w 19198"/>
              <a:gd name="connsiteY1" fmla="*/ 925 h 1149"/>
              <a:gd name="connsiteX2" fmla="*/ 7646 w 19198"/>
              <a:gd name="connsiteY2" fmla="*/ 72 h 1149"/>
              <a:gd name="connsiteX3" fmla="*/ 14265 w 19198"/>
              <a:gd name="connsiteY3" fmla="*/ 1101 h 1149"/>
              <a:gd name="connsiteX4" fmla="*/ 19198 w 19198"/>
              <a:gd name="connsiteY4" fmla="*/ 836 h 1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1150">
                <a:moveTo>
                  <a:pt x="0" y="606"/>
                </a:moveTo>
                <a:cubicBezTo>
                  <a:pt x="432" y="620"/>
                  <a:pt x="1206" y="1228"/>
                  <a:pt x="2696" y="925"/>
                </a:cubicBezTo>
                <a:cubicBezTo>
                  <a:pt x="4186" y="622"/>
                  <a:pt x="5361" y="-254"/>
                  <a:pt x="7646" y="72"/>
                </a:cubicBezTo>
                <a:cubicBezTo>
                  <a:pt x="9931" y="398"/>
                  <a:pt x="11926" y="999"/>
                  <a:pt x="14265" y="1101"/>
                </a:cubicBezTo>
                <a:cubicBezTo>
                  <a:pt x="16604" y="1202"/>
                  <a:pt x="18305" y="1163"/>
                  <a:pt x="19198" y="836"/>
                </a:cubicBezTo>
              </a:path>
            </a:pathLst>
          </a:custGeom>
          <a:noFill/>
          <a:ln w="19050">
            <a:solidFill>
              <a:schemeClr val="accent1">
                <a:alpha val="4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椭圆 42"/>
          <p:cNvSpPr/>
          <p:nvPr userDrawn="1">
            <p:custDataLst>
              <p:tags r:id="rId16"/>
            </p:custDataLst>
          </p:nvPr>
        </p:nvSpPr>
        <p:spPr>
          <a:xfrm>
            <a:off x="7679690" y="5943600"/>
            <a:ext cx="239395" cy="23939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椭圆 43"/>
          <p:cNvSpPr/>
          <p:nvPr userDrawn="1">
            <p:custDataLst>
              <p:tags r:id="rId17"/>
            </p:custDataLst>
          </p:nvPr>
        </p:nvSpPr>
        <p:spPr>
          <a:xfrm>
            <a:off x="1955165" y="5185410"/>
            <a:ext cx="172085" cy="17208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椭圆 44"/>
          <p:cNvSpPr/>
          <p:nvPr userDrawn="1">
            <p:custDataLst>
              <p:tags r:id="rId18"/>
            </p:custDataLst>
          </p:nvPr>
        </p:nvSpPr>
        <p:spPr>
          <a:xfrm>
            <a:off x="10687685" y="5771515"/>
            <a:ext cx="172085" cy="17208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署名占位符 10"/>
          <p:cNvSpPr>
            <a:spLocks noGrp="1"/>
          </p:cNvSpPr>
          <p:nvPr>
            <p:ph type="body" sz="quarter" idx="17" hasCustomPrompt="1"/>
            <p:custDataLst>
              <p:tags r:id="rId19"/>
            </p:custDataLst>
          </p:nvPr>
        </p:nvSpPr>
        <p:spPr>
          <a:xfrm>
            <a:off x="1783715" y="3472865"/>
            <a:ext cx="1574800" cy="455929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spc="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9" name="矩形: 剪去对角 8"/>
          <p:cNvSpPr/>
          <p:nvPr userDrawn="1">
            <p:custDataLst>
              <p:tags r:id="rId20"/>
            </p:custDataLst>
          </p:nvPr>
        </p:nvSpPr>
        <p:spPr>
          <a:xfrm>
            <a:off x="1783715" y="3485564"/>
            <a:ext cx="1574800" cy="455930"/>
          </a:xfrm>
          <a:prstGeom prst="snip2Diag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marR="0" lvl="0" indent="-228600" algn="ctr" fontAlgn="auto">
              <a:lnSpc>
                <a:spcPct val="110000"/>
              </a:lnSpc>
              <a:spcBef>
                <a:spcPts val="1000"/>
              </a:spcBef>
              <a:buClrTx/>
              <a:buSzTx/>
              <a:buFontTx/>
              <a:buNone/>
            </a:pPr>
            <a:endParaRPr kumimoji="0" lang="en-US" sz="1400" b="0" i="0" u="none" strike="noStrike" cap="none" spc="0" normalizeH="0" baseline="0" noProof="1">
              <a:ln>
                <a:noFill/>
                <a:prstDash val="sysDot"/>
              </a:ln>
              <a:solidFill>
                <a:schemeClr val="accent1"/>
              </a:solidFill>
              <a:uFillTx/>
              <a:latin typeface="+mj-lt"/>
              <a:sym typeface="+mn-l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文"/>
          <p:cNvSpPr txBox="1">
            <a:spLocks noGrp="1"/>
          </p:cNvSpPr>
          <p:nvPr>
            <p:ph idx="2" hasCustomPrompt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>
              <a:defRPr sz="1800" u="none" strike="noStrike" kern="1200" cap="none" spc="0" normalizeH="0"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>
              <a:defRPr sz="1600">
                <a:latin typeface="+mn-lt"/>
                <a:sym typeface="+mn-ea"/>
              </a:defRPr>
            </a:lvl2pPr>
            <a:lvl3pPr>
              <a:defRPr sz="1600">
                <a:latin typeface="+mn-lt"/>
                <a:sym typeface="+mn-ea"/>
              </a:defRPr>
            </a:lvl3pPr>
            <a:lvl4pPr>
              <a:defRPr sz="1400">
                <a:latin typeface="+mn-lt"/>
                <a:sym typeface="+mn-ea"/>
              </a:defRPr>
            </a:lvl4pPr>
            <a:lvl5pPr>
              <a:defRPr sz="1400">
                <a:latin typeface="+mn-lt"/>
                <a:sym typeface="+mn-ea"/>
              </a:defRPr>
            </a:lvl5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</a:defRPr>
            </a:lvl1pPr>
          </a:lstStyle>
          <a:p>
            <a:pPr lvl="0" algn="ctr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"/>
          <p:cNvSpPr txBox="1">
            <a:spLocks noGrp="1"/>
          </p:cNvSpPr>
          <p:nvPr>
            <p:ph type="title" idx="13" hasCustomPrompt="1"/>
            <p:custDataLst>
              <p:tags r:id="rId2"/>
            </p:custDataLst>
          </p:nvPr>
        </p:nvSpPr>
        <p:spPr>
          <a:xfrm>
            <a:off x="429895" y="454025"/>
            <a:ext cx="6546801" cy="101663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400" b="1" i="0" u="none" strike="noStrike" kern="1200" cap="none" spc="0" normalizeH="0" baseline="0" noProof="1" dirty="0">
                <a:solidFill>
                  <a:schemeClr val="accent1"/>
                </a:solidFill>
                <a:effectLst/>
                <a:latin typeface="+mj-lt"/>
                <a:sym typeface="+mn-ea"/>
              </a:defRPr>
            </a:lvl1pPr>
          </a:lstStyle>
          <a:p>
            <a:pPr lvl="0">
              <a:lnSpc>
                <a:spcPct val="100000"/>
              </a:lnSpc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  <p:sp>
        <p:nvSpPr>
          <p:cNvPr id="14" name="矩形 13"/>
          <p:cNvSpPr/>
          <p:nvPr userDrawn="1">
            <p:custDataLst>
              <p:tags r:id="rId6"/>
            </p:custDataLst>
          </p:nvPr>
        </p:nvSpPr>
        <p:spPr>
          <a:xfrm flipH="1">
            <a:off x="8221980" y="6144260"/>
            <a:ext cx="904875" cy="492125"/>
          </a:xfrm>
          <a:prstGeom prst="rect">
            <a:avLst/>
          </a:prstGeom>
          <a:solidFill>
            <a:schemeClr val="accent1">
              <a:lumMod val="60000"/>
              <a:lumOff val="40000"/>
              <a:alpha val="4000"/>
            </a:schemeClr>
          </a:solidFill>
          <a:ln>
            <a:noFill/>
            <a:prstDash val="solid"/>
          </a:ln>
          <a:effectLst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矩形 16"/>
          <p:cNvSpPr/>
          <p:nvPr userDrawn="1">
            <p:custDataLst>
              <p:tags r:id="rId7"/>
            </p:custDataLst>
          </p:nvPr>
        </p:nvSpPr>
        <p:spPr>
          <a:xfrm flipH="1">
            <a:off x="7935595" y="6430010"/>
            <a:ext cx="676910" cy="330200"/>
          </a:xfrm>
          <a:prstGeom prst="rect">
            <a:avLst/>
          </a:prstGeom>
          <a:solidFill>
            <a:schemeClr val="accent1">
              <a:lumMod val="60000"/>
              <a:lumOff val="40000"/>
              <a:alpha val="5000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椭圆 17"/>
          <p:cNvSpPr/>
          <p:nvPr userDrawn="1">
            <p:custDataLst>
              <p:tags r:id="rId8"/>
            </p:custDataLst>
          </p:nvPr>
        </p:nvSpPr>
        <p:spPr>
          <a:xfrm flipH="1">
            <a:off x="6774815" y="4752340"/>
            <a:ext cx="295275" cy="29527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椭圆 18"/>
          <p:cNvSpPr>
            <a:spLocks noChangeAspect="1"/>
          </p:cNvSpPr>
          <p:nvPr userDrawn="1">
            <p:custDataLst>
              <p:tags r:id="rId9"/>
            </p:custDataLst>
          </p:nvPr>
        </p:nvSpPr>
        <p:spPr>
          <a:xfrm flipH="1">
            <a:off x="9277985" y="6059170"/>
            <a:ext cx="144145" cy="144145"/>
          </a:xfrm>
          <a:prstGeom prst="ellipse">
            <a:avLst/>
          </a:prstGeom>
          <a:noFill/>
          <a:ln w="25400">
            <a:solidFill>
              <a:schemeClr val="accent2">
                <a:alpha val="12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任意多边形 19"/>
          <p:cNvSpPr/>
          <p:nvPr userDrawn="1">
            <p:custDataLst>
              <p:tags r:id="rId10"/>
            </p:custDataLst>
          </p:nvPr>
        </p:nvSpPr>
        <p:spPr>
          <a:xfrm flipH="1">
            <a:off x="2540" y="4724400"/>
            <a:ext cx="12190730" cy="1986280"/>
          </a:xfrm>
          <a:custGeom>
            <a:avLst/>
            <a:gdLst>
              <a:gd name="connsiteX0" fmla="*/ 0 w 19198"/>
              <a:gd name="connsiteY0" fmla="*/ 2656 h 5310"/>
              <a:gd name="connsiteX1" fmla="*/ 2567 w 19198"/>
              <a:gd name="connsiteY1" fmla="*/ 2438 h 5310"/>
              <a:gd name="connsiteX2" fmla="*/ 7450 w 19198"/>
              <a:gd name="connsiteY2" fmla="*/ 83 h 5310"/>
              <a:gd name="connsiteX3" fmla="*/ 14069 w 19198"/>
              <a:gd name="connsiteY3" fmla="*/ 5300 h 5310"/>
              <a:gd name="connsiteX4" fmla="*/ 19198 w 19198"/>
              <a:gd name="connsiteY4" fmla="*/ 3046 h 5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5311">
                <a:moveTo>
                  <a:pt x="0" y="2656"/>
                </a:moveTo>
                <a:cubicBezTo>
                  <a:pt x="432" y="2680"/>
                  <a:pt x="1077" y="2953"/>
                  <a:pt x="2567" y="2438"/>
                </a:cubicBezTo>
                <a:cubicBezTo>
                  <a:pt x="4057" y="1923"/>
                  <a:pt x="5165" y="-471"/>
                  <a:pt x="7450" y="83"/>
                </a:cubicBezTo>
                <a:cubicBezTo>
                  <a:pt x="9735" y="637"/>
                  <a:pt x="11730" y="5128"/>
                  <a:pt x="14069" y="5300"/>
                </a:cubicBezTo>
                <a:cubicBezTo>
                  <a:pt x="16408" y="5472"/>
                  <a:pt x="18305" y="3601"/>
                  <a:pt x="19198" y="3046"/>
                </a:cubicBezTo>
              </a:path>
            </a:pathLst>
          </a:custGeom>
          <a:noFill/>
          <a:ln w="19050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任意多边形 20"/>
          <p:cNvSpPr/>
          <p:nvPr userDrawn="1">
            <p:custDataLst>
              <p:tags r:id="rId11"/>
            </p:custDataLst>
          </p:nvPr>
        </p:nvSpPr>
        <p:spPr>
          <a:xfrm flipH="1">
            <a:off x="1270" y="5010150"/>
            <a:ext cx="12190730" cy="1539240"/>
          </a:xfrm>
          <a:custGeom>
            <a:avLst/>
            <a:gdLst>
              <a:gd name="connsiteX0" fmla="*/ 0 w 19198"/>
              <a:gd name="connsiteY0" fmla="*/ 1171 h 2424"/>
              <a:gd name="connsiteX1" fmla="*/ 2640 w 19198"/>
              <a:gd name="connsiteY1" fmla="*/ 1211 h 2424"/>
              <a:gd name="connsiteX2" fmla="*/ 7538 w 19198"/>
              <a:gd name="connsiteY2" fmla="*/ 57 h 2424"/>
              <a:gd name="connsiteX3" fmla="*/ 14121 w 19198"/>
              <a:gd name="connsiteY3" fmla="*/ 2416 h 2424"/>
              <a:gd name="connsiteX4" fmla="*/ 19198 w 19198"/>
              <a:gd name="connsiteY4" fmla="*/ 1401 h 2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2424">
                <a:moveTo>
                  <a:pt x="0" y="1171"/>
                </a:moveTo>
                <a:cubicBezTo>
                  <a:pt x="432" y="1185"/>
                  <a:pt x="1150" y="1514"/>
                  <a:pt x="2640" y="1211"/>
                </a:cubicBezTo>
                <a:cubicBezTo>
                  <a:pt x="4130" y="908"/>
                  <a:pt x="5253" y="-269"/>
                  <a:pt x="7538" y="57"/>
                </a:cubicBezTo>
                <a:cubicBezTo>
                  <a:pt x="9823" y="383"/>
                  <a:pt x="11782" y="2314"/>
                  <a:pt x="14121" y="2416"/>
                </a:cubicBezTo>
                <a:cubicBezTo>
                  <a:pt x="16460" y="2517"/>
                  <a:pt x="18305" y="1728"/>
                  <a:pt x="19198" y="1401"/>
                </a:cubicBezTo>
              </a:path>
            </a:pathLst>
          </a:custGeom>
          <a:noFill/>
          <a:ln w="19050">
            <a:solidFill>
              <a:schemeClr val="accent1">
                <a:alpha val="8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任意多边形 21"/>
          <p:cNvSpPr/>
          <p:nvPr userDrawn="1">
            <p:custDataLst>
              <p:tags r:id="rId12"/>
            </p:custDataLst>
          </p:nvPr>
        </p:nvSpPr>
        <p:spPr>
          <a:xfrm flipH="1">
            <a:off x="1270" y="5231765"/>
            <a:ext cx="12190730" cy="1163955"/>
          </a:xfrm>
          <a:custGeom>
            <a:avLst/>
            <a:gdLst>
              <a:gd name="connsiteX0" fmla="*/ 0 w 19198"/>
              <a:gd name="connsiteY0" fmla="*/ 906 h 1833"/>
              <a:gd name="connsiteX1" fmla="*/ 2658 w 19198"/>
              <a:gd name="connsiteY1" fmla="*/ 1074 h 1833"/>
              <a:gd name="connsiteX2" fmla="*/ 7591 w 19198"/>
              <a:gd name="connsiteY2" fmla="*/ 63 h 1833"/>
              <a:gd name="connsiteX3" fmla="*/ 14175 w 19198"/>
              <a:gd name="connsiteY3" fmla="*/ 1819 h 1833"/>
              <a:gd name="connsiteX4" fmla="*/ 19198 w 19198"/>
              <a:gd name="connsiteY4" fmla="*/ 1136 h 1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1833">
                <a:moveTo>
                  <a:pt x="0" y="906"/>
                </a:moveTo>
                <a:cubicBezTo>
                  <a:pt x="432" y="920"/>
                  <a:pt x="1168" y="1377"/>
                  <a:pt x="2658" y="1074"/>
                </a:cubicBezTo>
                <a:cubicBezTo>
                  <a:pt x="4148" y="771"/>
                  <a:pt x="5306" y="-263"/>
                  <a:pt x="7591" y="63"/>
                </a:cubicBezTo>
                <a:cubicBezTo>
                  <a:pt x="9876" y="389"/>
                  <a:pt x="11836" y="1717"/>
                  <a:pt x="14175" y="1819"/>
                </a:cubicBezTo>
                <a:cubicBezTo>
                  <a:pt x="16514" y="1920"/>
                  <a:pt x="18305" y="1463"/>
                  <a:pt x="19198" y="1136"/>
                </a:cubicBezTo>
              </a:path>
            </a:pathLst>
          </a:custGeom>
          <a:noFill/>
          <a:ln w="19050">
            <a:solidFill>
              <a:schemeClr val="accent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任意多边形 22"/>
          <p:cNvSpPr/>
          <p:nvPr userDrawn="1">
            <p:custDataLst>
              <p:tags r:id="rId13"/>
            </p:custDataLst>
          </p:nvPr>
        </p:nvSpPr>
        <p:spPr>
          <a:xfrm flipH="1">
            <a:off x="2540" y="5484495"/>
            <a:ext cx="12190730" cy="730250"/>
          </a:xfrm>
          <a:custGeom>
            <a:avLst/>
            <a:gdLst>
              <a:gd name="connsiteX0" fmla="*/ 0 w 19198"/>
              <a:gd name="connsiteY0" fmla="*/ 606 h 1149"/>
              <a:gd name="connsiteX1" fmla="*/ 2696 w 19198"/>
              <a:gd name="connsiteY1" fmla="*/ 925 h 1149"/>
              <a:gd name="connsiteX2" fmla="*/ 7646 w 19198"/>
              <a:gd name="connsiteY2" fmla="*/ 72 h 1149"/>
              <a:gd name="connsiteX3" fmla="*/ 14265 w 19198"/>
              <a:gd name="connsiteY3" fmla="*/ 1101 h 1149"/>
              <a:gd name="connsiteX4" fmla="*/ 19198 w 19198"/>
              <a:gd name="connsiteY4" fmla="*/ 836 h 1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1150">
                <a:moveTo>
                  <a:pt x="0" y="606"/>
                </a:moveTo>
                <a:cubicBezTo>
                  <a:pt x="432" y="620"/>
                  <a:pt x="1206" y="1228"/>
                  <a:pt x="2696" y="925"/>
                </a:cubicBezTo>
                <a:cubicBezTo>
                  <a:pt x="4186" y="622"/>
                  <a:pt x="5361" y="-254"/>
                  <a:pt x="7646" y="72"/>
                </a:cubicBezTo>
                <a:cubicBezTo>
                  <a:pt x="9931" y="398"/>
                  <a:pt x="11926" y="999"/>
                  <a:pt x="14265" y="1101"/>
                </a:cubicBezTo>
                <a:cubicBezTo>
                  <a:pt x="16604" y="1202"/>
                  <a:pt x="18305" y="1163"/>
                  <a:pt x="19198" y="836"/>
                </a:cubicBezTo>
              </a:path>
            </a:pathLst>
          </a:custGeom>
          <a:noFill/>
          <a:ln w="19050">
            <a:solidFill>
              <a:schemeClr val="accent1">
                <a:alpha val="4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椭圆 23"/>
          <p:cNvSpPr/>
          <p:nvPr userDrawn="1">
            <p:custDataLst>
              <p:tags r:id="rId14"/>
            </p:custDataLst>
          </p:nvPr>
        </p:nvSpPr>
        <p:spPr>
          <a:xfrm flipH="1">
            <a:off x="4275455" y="6310630"/>
            <a:ext cx="239395" cy="23939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椭圆 24"/>
          <p:cNvSpPr/>
          <p:nvPr userDrawn="1">
            <p:custDataLst>
              <p:tags r:id="rId15"/>
            </p:custDataLst>
          </p:nvPr>
        </p:nvSpPr>
        <p:spPr>
          <a:xfrm flipH="1">
            <a:off x="10067290" y="5552440"/>
            <a:ext cx="172085" cy="17208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椭圆 25"/>
          <p:cNvSpPr/>
          <p:nvPr userDrawn="1">
            <p:custDataLst>
              <p:tags r:id="rId16"/>
            </p:custDataLst>
          </p:nvPr>
        </p:nvSpPr>
        <p:spPr>
          <a:xfrm flipH="1">
            <a:off x="1334770" y="6138545"/>
            <a:ext cx="172085" cy="17208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"/>
          <p:cNvSpPr txBox="1">
            <a:spLocks noGrp="1"/>
          </p:cNvSpPr>
          <p:nvPr>
            <p:ph type="title" idx="13" hasCustomPrompt="1"/>
            <p:custDataLst>
              <p:tags r:id="rId2"/>
            </p:custDataLst>
          </p:nvPr>
        </p:nvSpPr>
        <p:spPr>
          <a:xfrm>
            <a:off x="3891280" y="1578610"/>
            <a:ext cx="6968490" cy="210185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rmAutofit/>
          </a:bodyPr>
          <a:lstStyle>
            <a:defPPr>
              <a:defRPr lang="en-US">
                <a:latin typeface="+mj-lt"/>
              </a:defRPr>
            </a:defPPr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4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5" name="节编号"/>
          <p:cNvSpPr txBox="1">
            <a:spLocks noGrp="1"/>
          </p:cNvSpPr>
          <p:nvPr>
            <p:ph type="body" idx="9" hasCustomPrompt="1"/>
            <p:custDataLst>
              <p:tags r:id="rId3"/>
            </p:custDataLst>
          </p:nvPr>
        </p:nvSpPr>
        <p:spPr>
          <a:xfrm>
            <a:off x="577850" y="1579880"/>
            <a:ext cx="3261995" cy="210058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 anchorCtr="0">
            <a:normAutofit/>
          </a:bodyPr>
          <a:lstStyle>
            <a:defPPr>
              <a:defRPr lang="en-US">
                <a:latin typeface="+mn-lt"/>
              </a:defRPr>
            </a:defPPr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1500" b="0" i="0" u="none" strike="noStrike" kern="1200" cap="none" spc="0" normalizeH="0" baseline="0" noProof="1" dirty="0">
                <a:ln w="12700" cmpd="sng">
                  <a:solidFill>
                    <a:schemeClr val="accent1"/>
                  </a:solidFill>
                  <a:prstDash val="solid"/>
                </a:ln>
                <a:noFill/>
                <a:latin typeface="+mn-lt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 err="1">
                <a:latin typeface="+mn-lt"/>
                <a:sym typeface="+mn-ea"/>
              </a:rPr>
              <a:t> text</a:t>
            </a:r>
            <a:endParaRPr dirty="0" err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  <p:sp>
        <p:nvSpPr>
          <p:cNvPr id="51" name="椭圆 50"/>
          <p:cNvSpPr/>
          <p:nvPr userDrawn="1">
            <p:custDataLst>
              <p:tags r:id="rId7"/>
            </p:custDataLst>
          </p:nvPr>
        </p:nvSpPr>
        <p:spPr>
          <a:xfrm>
            <a:off x="5124450" y="4385310"/>
            <a:ext cx="295275" cy="29527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任意多边形 51"/>
          <p:cNvSpPr/>
          <p:nvPr userDrawn="1">
            <p:custDataLst>
              <p:tags r:id="rId8"/>
            </p:custDataLst>
          </p:nvPr>
        </p:nvSpPr>
        <p:spPr>
          <a:xfrm>
            <a:off x="1270" y="4357370"/>
            <a:ext cx="12190730" cy="1986280"/>
          </a:xfrm>
          <a:custGeom>
            <a:avLst/>
            <a:gdLst>
              <a:gd name="connsiteX0" fmla="*/ 0 w 19198"/>
              <a:gd name="connsiteY0" fmla="*/ 2656 h 5310"/>
              <a:gd name="connsiteX1" fmla="*/ 2567 w 19198"/>
              <a:gd name="connsiteY1" fmla="*/ 2438 h 5310"/>
              <a:gd name="connsiteX2" fmla="*/ 7450 w 19198"/>
              <a:gd name="connsiteY2" fmla="*/ 83 h 5310"/>
              <a:gd name="connsiteX3" fmla="*/ 14069 w 19198"/>
              <a:gd name="connsiteY3" fmla="*/ 5300 h 5310"/>
              <a:gd name="connsiteX4" fmla="*/ 19198 w 19198"/>
              <a:gd name="connsiteY4" fmla="*/ 3046 h 5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5311">
                <a:moveTo>
                  <a:pt x="0" y="2656"/>
                </a:moveTo>
                <a:cubicBezTo>
                  <a:pt x="432" y="2680"/>
                  <a:pt x="1077" y="2953"/>
                  <a:pt x="2567" y="2438"/>
                </a:cubicBezTo>
                <a:cubicBezTo>
                  <a:pt x="4057" y="1923"/>
                  <a:pt x="5165" y="-471"/>
                  <a:pt x="7450" y="83"/>
                </a:cubicBezTo>
                <a:cubicBezTo>
                  <a:pt x="9735" y="637"/>
                  <a:pt x="11730" y="5128"/>
                  <a:pt x="14069" y="5300"/>
                </a:cubicBezTo>
                <a:cubicBezTo>
                  <a:pt x="16408" y="5472"/>
                  <a:pt x="18305" y="3601"/>
                  <a:pt x="19198" y="3046"/>
                </a:cubicBezTo>
              </a:path>
            </a:pathLst>
          </a:custGeom>
          <a:noFill/>
          <a:ln w="19050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任意多边形 52"/>
          <p:cNvSpPr/>
          <p:nvPr userDrawn="1">
            <p:custDataLst>
              <p:tags r:id="rId9"/>
            </p:custDataLst>
          </p:nvPr>
        </p:nvSpPr>
        <p:spPr>
          <a:xfrm>
            <a:off x="2540" y="4643120"/>
            <a:ext cx="12190730" cy="1539240"/>
          </a:xfrm>
          <a:custGeom>
            <a:avLst/>
            <a:gdLst>
              <a:gd name="connsiteX0" fmla="*/ 0 w 19198"/>
              <a:gd name="connsiteY0" fmla="*/ 1171 h 2424"/>
              <a:gd name="connsiteX1" fmla="*/ 2640 w 19198"/>
              <a:gd name="connsiteY1" fmla="*/ 1211 h 2424"/>
              <a:gd name="connsiteX2" fmla="*/ 7538 w 19198"/>
              <a:gd name="connsiteY2" fmla="*/ 57 h 2424"/>
              <a:gd name="connsiteX3" fmla="*/ 14121 w 19198"/>
              <a:gd name="connsiteY3" fmla="*/ 2416 h 2424"/>
              <a:gd name="connsiteX4" fmla="*/ 19198 w 19198"/>
              <a:gd name="connsiteY4" fmla="*/ 1401 h 2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2424">
                <a:moveTo>
                  <a:pt x="0" y="1171"/>
                </a:moveTo>
                <a:cubicBezTo>
                  <a:pt x="432" y="1185"/>
                  <a:pt x="1150" y="1514"/>
                  <a:pt x="2640" y="1211"/>
                </a:cubicBezTo>
                <a:cubicBezTo>
                  <a:pt x="4130" y="908"/>
                  <a:pt x="5253" y="-269"/>
                  <a:pt x="7538" y="57"/>
                </a:cubicBezTo>
                <a:cubicBezTo>
                  <a:pt x="9823" y="383"/>
                  <a:pt x="11782" y="2314"/>
                  <a:pt x="14121" y="2416"/>
                </a:cubicBezTo>
                <a:cubicBezTo>
                  <a:pt x="16460" y="2517"/>
                  <a:pt x="18305" y="1728"/>
                  <a:pt x="19198" y="1401"/>
                </a:cubicBezTo>
              </a:path>
            </a:pathLst>
          </a:custGeom>
          <a:noFill/>
          <a:ln w="19050">
            <a:solidFill>
              <a:schemeClr val="accent1">
                <a:alpha val="8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任意多边形 53"/>
          <p:cNvSpPr/>
          <p:nvPr userDrawn="1">
            <p:custDataLst>
              <p:tags r:id="rId10"/>
            </p:custDataLst>
          </p:nvPr>
        </p:nvSpPr>
        <p:spPr>
          <a:xfrm>
            <a:off x="2540" y="4864735"/>
            <a:ext cx="12190730" cy="1163955"/>
          </a:xfrm>
          <a:custGeom>
            <a:avLst/>
            <a:gdLst>
              <a:gd name="connsiteX0" fmla="*/ 0 w 19198"/>
              <a:gd name="connsiteY0" fmla="*/ 906 h 1833"/>
              <a:gd name="connsiteX1" fmla="*/ 2658 w 19198"/>
              <a:gd name="connsiteY1" fmla="*/ 1074 h 1833"/>
              <a:gd name="connsiteX2" fmla="*/ 7591 w 19198"/>
              <a:gd name="connsiteY2" fmla="*/ 63 h 1833"/>
              <a:gd name="connsiteX3" fmla="*/ 14175 w 19198"/>
              <a:gd name="connsiteY3" fmla="*/ 1819 h 1833"/>
              <a:gd name="connsiteX4" fmla="*/ 19198 w 19198"/>
              <a:gd name="connsiteY4" fmla="*/ 1136 h 1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1833">
                <a:moveTo>
                  <a:pt x="0" y="906"/>
                </a:moveTo>
                <a:cubicBezTo>
                  <a:pt x="432" y="920"/>
                  <a:pt x="1168" y="1377"/>
                  <a:pt x="2658" y="1074"/>
                </a:cubicBezTo>
                <a:cubicBezTo>
                  <a:pt x="4148" y="771"/>
                  <a:pt x="5306" y="-263"/>
                  <a:pt x="7591" y="63"/>
                </a:cubicBezTo>
                <a:cubicBezTo>
                  <a:pt x="9876" y="389"/>
                  <a:pt x="11836" y="1717"/>
                  <a:pt x="14175" y="1819"/>
                </a:cubicBezTo>
                <a:cubicBezTo>
                  <a:pt x="16514" y="1920"/>
                  <a:pt x="18305" y="1463"/>
                  <a:pt x="19198" y="1136"/>
                </a:cubicBezTo>
              </a:path>
            </a:pathLst>
          </a:custGeom>
          <a:noFill/>
          <a:ln w="19050">
            <a:solidFill>
              <a:schemeClr val="accent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任意多边形 54"/>
          <p:cNvSpPr/>
          <p:nvPr userDrawn="1">
            <p:custDataLst>
              <p:tags r:id="rId11"/>
            </p:custDataLst>
          </p:nvPr>
        </p:nvSpPr>
        <p:spPr>
          <a:xfrm>
            <a:off x="1270" y="5117465"/>
            <a:ext cx="12190730" cy="730250"/>
          </a:xfrm>
          <a:custGeom>
            <a:avLst/>
            <a:gdLst>
              <a:gd name="connsiteX0" fmla="*/ 0 w 19198"/>
              <a:gd name="connsiteY0" fmla="*/ 606 h 1149"/>
              <a:gd name="connsiteX1" fmla="*/ 2696 w 19198"/>
              <a:gd name="connsiteY1" fmla="*/ 925 h 1149"/>
              <a:gd name="connsiteX2" fmla="*/ 7646 w 19198"/>
              <a:gd name="connsiteY2" fmla="*/ 72 h 1149"/>
              <a:gd name="connsiteX3" fmla="*/ 14265 w 19198"/>
              <a:gd name="connsiteY3" fmla="*/ 1101 h 1149"/>
              <a:gd name="connsiteX4" fmla="*/ 19198 w 19198"/>
              <a:gd name="connsiteY4" fmla="*/ 836 h 1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1150">
                <a:moveTo>
                  <a:pt x="0" y="606"/>
                </a:moveTo>
                <a:cubicBezTo>
                  <a:pt x="432" y="620"/>
                  <a:pt x="1206" y="1228"/>
                  <a:pt x="2696" y="925"/>
                </a:cubicBezTo>
                <a:cubicBezTo>
                  <a:pt x="4186" y="622"/>
                  <a:pt x="5361" y="-254"/>
                  <a:pt x="7646" y="72"/>
                </a:cubicBezTo>
                <a:cubicBezTo>
                  <a:pt x="9931" y="398"/>
                  <a:pt x="11926" y="999"/>
                  <a:pt x="14265" y="1101"/>
                </a:cubicBezTo>
                <a:cubicBezTo>
                  <a:pt x="16604" y="1202"/>
                  <a:pt x="18305" y="1163"/>
                  <a:pt x="19198" y="836"/>
                </a:cubicBezTo>
              </a:path>
            </a:pathLst>
          </a:custGeom>
          <a:noFill/>
          <a:ln w="19050">
            <a:solidFill>
              <a:schemeClr val="accent1">
                <a:alpha val="4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椭圆 55"/>
          <p:cNvSpPr/>
          <p:nvPr userDrawn="1">
            <p:custDataLst>
              <p:tags r:id="rId12"/>
            </p:custDataLst>
          </p:nvPr>
        </p:nvSpPr>
        <p:spPr>
          <a:xfrm>
            <a:off x="7679690" y="5943600"/>
            <a:ext cx="239395" cy="23939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椭圆 56"/>
          <p:cNvSpPr/>
          <p:nvPr userDrawn="1">
            <p:custDataLst>
              <p:tags r:id="rId13"/>
            </p:custDataLst>
          </p:nvPr>
        </p:nvSpPr>
        <p:spPr>
          <a:xfrm>
            <a:off x="1955165" y="5185410"/>
            <a:ext cx="172085" cy="17208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椭圆 57"/>
          <p:cNvSpPr/>
          <p:nvPr userDrawn="1">
            <p:custDataLst>
              <p:tags r:id="rId14"/>
            </p:custDataLst>
          </p:nvPr>
        </p:nvSpPr>
        <p:spPr>
          <a:xfrm>
            <a:off x="10687685" y="5771515"/>
            <a:ext cx="172085" cy="17208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"/>
          <p:cNvSpPr txBox="1">
            <a:spLocks noGrp="1"/>
          </p:cNvSpPr>
          <p:nvPr>
            <p:ph idx="3" hasCustomPrompt="1"/>
            <p:custDataLst>
              <p:tags r:id="rId2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2" hasCustomPrompt="1"/>
            <p:custDataLst>
              <p:tags r:id="rId3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</a:defRPr>
            </a:lvl1pPr>
          </a:lstStyle>
          <a:p>
            <a:pPr lvl="0" algn="ctr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文"/>
          <p:cNvSpPr txBox="1">
            <a:spLocks noGrp="1"/>
          </p:cNvSpPr>
          <p:nvPr>
            <p:ph idx="5" hasCustomPrompt="1"/>
            <p:custDataLst>
              <p:tags r:id="rId2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3" name="标题"/>
          <p:cNvSpPr txBox="1">
            <a:spLocks noGrp="1"/>
          </p:cNvSpPr>
          <p:nvPr>
            <p:ph type="title" idx="4" hasCustomPrompt="1"/>
            <p:custDataLst>
              <p:tags r:id="rId3"/>
            </p:custDataLst>
          </p:nvPr>
        </p:nvSpPr>
        <p:spPr>
          <a:xfrm>
            <a:off x="6235200" y="1429200"/>
            <a:ext cx="5342400" cy="3987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2" name="正文"/>
          <p:cNvSpPr txBox="1">
            <a:spLocks noGrp="1"/>
          </p:cNvSpPr>
          <p:nvPr>
            <p:ph idx="3" hasCustomPrompt="1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1" name="标题"/>
          <p:cNvSpPr txBox="1">
            <a:spLocks noGrp="1"/>
          </p:cNvSpPr>
          <p:nvPr>
            <p:ph type="title" idx="2" hasCustomPrompt="1"/>
            <p:custDataLst>
              <p:tags r:id="rId5"/>
            </p:custDataLst>
          </p:nvPr>
        </p:nvSpPr>
        <p:spPr>
          <a:xfrm>
            <a:off x="608400" y="1429200"/>
            <a:ext cx="5342400" cy="3987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 hasCustomPrompt="1"/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</a:defRPr>
            </a:lvl1pPr>
          </a:lstStyle>
          <a:p>
            <a:pPr lvl="0" algn="ctr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</a:defRPr>
            </a:lvl1pPr>
          </a:lstStyle>
          <a:p>
            <a:pPr lvl="0" algn="ctr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chemeClr val="tx1"/>
                </a:solidFill>
                <a:uFillTx/>
                <a:latin typeface="+mj-lt"/>
              </a:defRPr>
            </a:lvl1pPr>
          </a:lstStyle>
          <a:p>
            <a:pPr lvl="0" algn="ctr"/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</a:defRPr>
            </a:lvl1pPr>
          </a:lstStyle>
          <a:p>
            <a:pPr lvl="0" algn="ctr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"/>
          <p:cNvSpPr txBox="1">
            <a:spLocks noGrp="1"/>
          </p:cNvSpPr>
          <p:nvPr>
            <p:ph type="title" idx="32" hasCustomPrompt="1"/>
            <p:custDataLst>
              <p:tags r:id="rId2"/>
            </p:custDataLst>
          </p:nvPr>
        </p:nvSpPr>
        <p:spPr>
          <a:xfrm>
            <a:off x="977900" y="1165225"/>
            <a:ext cx="6128385" cy="181356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rmAutofit/>
          </a:bodyPr>
          <a:lstStyle>
            <a:defPPr>
              <a:defRPr lang="en-US">
                <a:latin typeface="+mj-lt"/>
              </a:defRPr>
            </a:defPPr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0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cxnSp>
        <p:nvCxnSpPr>
          <p:cNvPr id="24" name="直接连接符 23"/>
          <p:cNvCxnSpPr/>
          <p:nvPr userDrawn="1">
            <p:custDataLst>
              <p:tags r:id="rId3"/>
            </p:custDataLst>
          </p:nvPr>
        </p:nvCxnSpPr>
        <p:spPr>
          <a:xfrm>
            <a:off x="11137265" y="590550"/>
            <a:ext cx="13398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 userDrawn="1">
            <p:custDataLst>
              <p:tags r:id="rId4"/>
            </p:custDataLst>
          </p:nvPr>
        </p:nvCxnSpPr>
        <p:spPr>
          <a:xfrm>
            <a:off x="11137265" y="648970"/>
            <a:ext cx="13398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>
            <p:custDataLst>
              <p:tags r:id="rId5"/>
            </p:custDataLst>
          </p:nvPr>
        </p:nvCxnSpPr>
        <p:spPr>
          <a:xfrm>
            <a:off x="11137265" y="707390"/>
            <a:ext cx="13398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 userDrawn="1">
            <p:custDataLst>
              <p:tags r:id="rId6"/>
            </p:custDataLst>
          </p:nvPr>
        </p:nvSpPr>
        <p:spPr>
          <a:xfrm flipH="1">
            <a:off x="7891780" y="3303270"/>
            <a:ext cx="71755" cy="71755"/>
          </a:xfrm>
          <a:prstGeom prst="ellipse">
            <a:avLst/>
          </a:prstGeom>
          <a:solidFill>
            <a:schemeClr val="bg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  <p:sp>
        <p:nvSpPr>
          <p:cNvPr id="51" name="椭圆 50"/>
          <p:cNvSpPr/>
          <p:nvPr userDrawn="1">
            <p:custDataLst>
              <p:tags r:id="rId10"/>
            </p:custDataLst>
          </p:nvPr>
        </p:nvSpPr>
        <p:spPr>
          <a:xfrm>
            <a:off x="5124450" y="4385310"/>
            <a:ext cx="295275" cy="29527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任意多边形 51"/>
          <p:cNvSpPr/>
          <p:nvPr userDrawn="1">
            <p:custDataLst>
              <p:tags r:id="rId11"/>
            </p:custDataLst>
          </p:nvPr>
        </p:nvSpPr>
        <p:spPr>
          <a:xfrm>
            <a:off x="1270" y="4357370"/>
            <a:ext cx="12190730" cy="1986280"/>
          </a:xfrm>
          <a:custGeom>
            <a:avLst/>
            <a:gdLst>
              <a:gd name="connsiteX0" fmla="*/ 0 w 19198"/>
              <a:gd name="connsiteY0" fmla="*/ 2656 h 5310"/>
              <a:gd name="connsiteX1" fmla="*/ 2567 w 19198"/>
              <a:gd name="connsiteY1" fmla="*/ 2438 h 5310"/>
              <a:gd name="connsiteX2" fmla="*/ 7450 w 19198"/>
              <a:gd name="connsiteY2" fmla="*/ 83 h 5310"/>
              <a:gd name="connsiteX3" fmla="*/ 14069 w 19198"/>
              <a:gd name="connsiteY3" fmla="*/ 5300 h 5310"/>
              <a:gd name="connsiteX4" fmla="*/ 19198 w 19198"/>
              <a:gd name="connsiteY4" fmla="*/ 3046 h 5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5311">
                <a:moveTo>
                  <a:pt x="0" y="2656"/>
                </a:moveTo>
                <a:cubicBezTo>
                  <a:pt x="432" y="2680"/>
                  <a:pt x="1077" y="2953"/>
                  <a:pt x="2567" y="2438"/>
                </a:cubicBezTo>
                <a:cubicBezTo>
                  <a:pt x="4057" y="1923"/>
                  <a:pt x="5165" y="-471"/>
                  <a:pt x="7450" y="83"/>
                </a:cubicBezTo>
                <a:cubicBezTo>
                  <a:pt x="9735" y="637"/>
                  <a:pt x="11730" y="5128"/>
                  <a:pt x="14069" y="5300"/>
                </a:cubicBezTo>
                <a:cubicBezTo>
                  <a:pt x="16408" y="5472"/>
                  <a:pt x="18305" y="3601"/>
                  <a:pt x="19198" y="3046"/>
                </a:cubicBezTo>
              </a:path>
            </a:pathLst>
          </a:custGeom>
          <a:noFill/>
          <a:ln w="19050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任意多边形 52"/>
          <p:cNvSpPr/>
          <p:nvPr userDrawn="1">
            <p:custDataLst>
              <p:tags r:id="rId12"/>
            </p:custDataLst>
          </p:nvPr>
        </p:nvSpPr>
        <p:spPr>
          <a:xfrm>
            <a:off x="2540" y="4643120"/>
            <a:ext cx="12190730" cy="1539240"/>
          </a:xfrm>
          <a:custGeom>
            <a:avLst/>
            <a:gdLst>
              <a:gd name="connsiteX0" fmla="*/ 0 w 19198"/>
              <a:gd name="connsiteY0" fmla="*/ 1171 h 2424"/>
              <a:gd name="connsiteX1" fmla="*/ 2640 w 19198"/>
              <a:gd name="connsiteY1" fmla="*/ 1211 h 2424"/>
              <a:gd name="connsiteX2" fmla="*/ 7538 w 19198"/>
              <a:gd name="connsiteY2" fmla="*/ 57 h 2424"/>
              <a:gd name="connsiteX3" fmla="*/ 14121 w 19198"/>
              <a:gd name="connsiteY3" fmla="*/ 2416 h 2424"/>
              <a:gd name="connsiteX4" fmla="*/ 19198 w 19198"/>
              <a:gd name="connsiteY4" fmla="*/ 1401 h 2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2424">
                <a:moveTo>
                  <a:pt x="0" y="1171"/>
                </a:moveTo>
                <a:cubicBezTo>
                  <a:pt x="432" y="1185"/>
                  <a:pt x="1150" y="1514"/>
                  <a:pt x="2640" y="1211"/>
                </a:cubicBezTo>
                <a:cubicBezTo>
                  <a:pt x="4130" y="908"/>
                  <a:pt x="5253" y="-269"/>
                  <a:pt x="7538" y="57"/>
                </a:cubicBezTo>
                <a:cubicBezTo>
                  <a:pt x="9823" y="383"/>
                  <a:pt x="11782" y="2314"/>
                  <a:pt x="14121" y="2416"/>
                </a:cubicBezTo>
                <a:cubicBezTo>
                  <a:pt x="16460" y="2517"/>
                  <a:pt x="18305" y="1728"/>
                  <a:pt x="19198" y="1401"/>
                </a:cubicBezTo>
              </a:path>
            </a:pathLst>
          </a:custGeom>
          <a:noFill/>
          <a:ln w="19050">
            <a:solidFill>
              <a:schemeClr val="accent1">
                <a:alpha val="8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任意多边形 53"/>
          <p:cNvSpPr/>
          <p:nvPr userDrawn="1">
            <p:custDataLst>
              <p:tags r:id="rId13"/>
            </p:custDataLst>
          </p:nvPr>
        </p:nvSpPr>
        <p:spPr>
          <a:xfrm>
            <a:off x="2540" y="4864735"/>
            <a:ext cx="12190730" cy="1163955"/>
          </a:xfrm>
          <a:custGeom>
            <a:avLst/>
            <a:gdLst>
              <a:gd name="connsiteX0" fmla="*/ 0 w 19198"/>
              <a:gd name="connsiteY0" fmla="*/ 906 h 1833"/>
              <a:gd name="connsiteX1" fmla="*/ 2658 w 19198"/>
              <a:gd name="connsiteY1" fmla="*/ 1074 h 1833"/>
              <a:gd name="connsiteX2" fmla="*/ 7591 w 19198"/>
              <a:gd name="connsiteY2" fmla="*/ 63 h 1833"/>
              <a:gd name="connsiteX3" fmla="*/ 14175 w 19198"/>
              <a:gd name="connsiteY3" fmla="*/ 1819 h 1833"/>
              <a:gd name="connsiteX4" fmla="*/ 19198 w 19198"/>
              <a:gd name="connsiteY4" fmla="*/ 1136 h 1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1833">
                <a:moveTo>
                  <a:pt x="0" y="906"/>
                </a:moveTo>
                <a:cubicBezTo>
                  <a:pt x="432" y="920"/>
                  <a:pt x="1168" y="1377"/>
                  <a:pt x="2658" y="1074"/>
                </a:cubicBezTo>
                <a:cubicBezTo>
                  <a:pt x="4148" y="771"/>
                  <a:pt x="5306" y="-263"/>
                  <a:pt x="7591" y="63"/>
                </a:cubicBezTo>
                <a:cubicBezTo>
                  <a:pt x="9876" y="389"/>
                  <a:pt x="11836" y="1717"/>
                  <a:pt x="14175" y="1819"/>
                </a:cubicBezTo>
                <a:cubicBezTo>
                  <a:pt x="16514" y="1920"/>
                  <a:pt x="18305" y="1463"/>
                  <a:pt x="19198" y="1136"/>
                </a:cubicBezTo>
              </a:path>
            </a:pathLst>
          </a:custGeom>
          <a:noFill/>
          <a:ln w="19050">
            <a:solidFill>
              <a:schemeClr val="accent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任意多边形 54"/>
          <p:cNvSpPr/>
          <p:nvPr userDrawn="1">
            <p:custDataLst>
              <p:tags r:id="rId14"/>
            </p:custDataLst>
          </p:nvPr>
        </p:nvSpPr>
        <p:spPr>
          <a:xfrm>
            <a:off x="1270" y="5117465"/>
            <a:ext cx="12190730" cy="730250"/>
          </a:xfrm>
          <a:custGeom>
            <a:avLst/>
            <a:gdLst>
              <a:gd name="connsiteX0" fmla="*/ 0 w 19198"/>
              <a:gd name="connsiteY0" fmla="*/ 606 h 1149"/>
              <a:gd name="connsiteX1" fmla="*/ 2696 w 19198"/>
              <a:gd name="connsiteY1" fmla="*/ 925 h 1149"/>
              <a:gd name="connsiteX2" fmla="*/ 7646 w 19198"/>
              <a:gd name="connsiteY2" fmla="*/ 72 h 1149"/>
              <a:gd name="connsiteX3" fmla="*/ 14265 w 19198"/>
              <a:gd name="connsiteY3" fmla="*/ 1101 h 1149"/>
              <a:gd name="connsiteX4" fmla="*/ 19198 w 19198"/>
              <a:gd name="connsiteY4" fmla="*/ 836 h 1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98" h="1150">
                <a:moveTo>
                  <a:pt x="0" y="606"/>
                </a:moveTo>
                <a:cubicBezTo>
                  <a:pt x="432" y="620"/>
                  <a:pt x="1206" y="1228"/>
                  <a:pt x="2696" y="925"/>
                </a:cubicBezTo>
                <a:cubicBezTo>
                  <a:pt x="4186" y="622"/>
                  <a:pt x="5361" y="-254"/>
                  <a:pt x="7646" y="72"/>
                </a:cubicBezTo>
                <a:cubicBezTo>
                  <a:pt x="9931" y="398"/>
                  <a:pt x="11926" y="999"/>
                  <a:pt x="14265" y="1101"/>
                </a:cubicBezTo>
                <a:cubicBezTo>
                  <a:pt x="16604" y="1202"/>
                  <a:pt x="18305" y="1163"/>
                  <a:pt x="19198" y="836"/>
                </a:cubicBezTo>
              </a:path>
            </a:pathLst>
          </a:custGeom>
          <a:noFill/>
          <a:ln w="19050">
            <a:solidFill>
              <a:schemeClr val="accent1">
                <a:alpha val="4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椭圆 55"/>
          <p:cNvSpPr/>
          <p:nvPr userDrawn="1">
            <p:custDataLst>
              <p:tags r:id="rId15"/>
            </p:custDataLst>
          </p:nvPr>
        </p:nvSpPr>
        <p:spPr>
          <a:xfrm>
            <a:off x="7679690" y="5943600"/>
            <a:ext cx="239395" cy="23939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椭圆 56"/>
          <p:cNvSpPr/>
          <p:nvPr userDrawn="1">
            <p:custDataLst>
              <p:tags r:id="rId16"/>
            </p:custDataLst>
          </p:nvPr>
        </p:nvSpPr>
        <p:spPr>
          <a:xfrm>
            <a:off x="1955165" y="5185410"/>
            <a:ext cx="172085" cy="17208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椭圆 57"/>
          <p:cNvSpPr/>
          <p:nvPr userDrawn="1">
            <p:custDataLst>
              <p:tags r:id="rId17"/>
            </p:custDataLst>
          </p:nvPr>
        </p:nvSpPr>
        <p:spPr>
          <a:xfrm>
            <a:off x="10687685" y="5771515"/>
            <a:ext cx="172085" cy="172085"/>
          </a:xfrm>
          <a:prstGeom prst="ellipse">
            <a:avLst/>
          </a:prstGeom>
          <a:noFill/>
          <a:ln w="31750">
            <a:solidFill>
              <a:schemeClr val="accent1">
                <a:alpha val="36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署名占位符 10"/>
          <p:cNvSpPr>
            <a:spLocks noGrp="1"/>
          </p:cNvSpPr>
          <p:nvPr>
            <p:ph type="body" sz="quarter" idx="17" hasCustomPrompt="1"/>
            <p:custDataLst>
              <p:tags r:id="rId18"/>
            </p:custDataLst>
          </p:nvPr>
        </p:nvSpPr>
        <p:spPr>
          <a:xfrm>
            <a:off x="977900" y="2978785"/>
            <a:ext cx="1569085" cy="396240"/>
          </a:xfr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 anchorCtr="0">
            <a:normAutofit/>
          </a:bodyPr>
          <a:lstStyle>
            <a:lvl1pPr marL="0" marR="0" indent="-22860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en-US" sz="1400" b="0" i="0" u="none" strike="noStrike" kern="1200" cap="none" spc="0" normalizeH="0" baseline="0" noProof="1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105.xml"/><Relationship Id="rId16" Type="http://schemas.openxmlformats.org/officeDocument/2006/relationships/tags" Target="../tags/tag104.xml"/><Relationship Id="rId15" Type="http://schemas.openxmlformats.org/officeDocument/2006/relationships/tags" Target="../tags/tag103.xml"/><Relationship Id="rId14" Type="http://schemas.openxmlformats.org/officeDocument/2006/relationships/tags" Target="../tags/tag102.xml"/><Relationship Id="rId13" Type="http://schemas.openxmlformats.org/officeDocument/2006/relationships/tags" Target="../tags/tag101.xml"/><Relationship Id="rId12" Type="http://schemas.openxmlformats.org/officeDocument/2006/relationships/tags" Target="../tags/tag10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515A922F-1294-4387-9CB3-FCC8465D972A}" type="slidenum">
              <a:rPr lang="en-US" smtClean="0"/>
            </a:fld>
            <a:endParaRPr lang="en-US"/>
          </a:p>
        </p:txBody>
      </p:sp>
      <p:sp>
        <p:nvSpPr>
          <p:cNvPr id="2" name="文本占位符 1"/>
          <p:cNvSpPr txBox="1">
            <a:spLocks noGrp="1"/>
          </p:cNvSpPr>
          <p:nvPr>
            <p:ph type="body" idx="21"/>
            <p:custDataLst>
              <p:tags r:id="rId1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 fontAlgn="auto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Char char="●"/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 algn="ctr" fontAlgn="auto">
              <a:lnSpc>
                <a:spcPct val="100000"/>
              </a:lnSpc>
              <a:buClrTx/>
              <a:buSzTx/>
              <a:buFontTx/>
            </a:pPr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KSO_TEMPLATE" hidden="1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bg1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en-US" sz="3200" b="0" i="0" u="none" strike="noStrike" kern="1200" cap="none" spc="0" normalizeH="0" baseline="0" smtClean="0">
          <a:ln>
            <a:noFill/>
            <a:prstDash val="sysDot"/>
          </a:ln>
          <a:solidFill>
            <a:schemeClr val="accent1"/>
          </a:solidFill>
          <a:uFillTx/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en-US" sz="1800" b="0" i="0" u="none" strike="noStrike" kern="1200" cap="none" spc="0" normalizeH="0" baseline="0" noProof="1" dirty="0">
          <a:ln>
            <a:noFill/>
            <a:prstDash val="sysDot"/>
          </a:ln>
          <a:solidFill>
            <a:schemeClr val="tx1"/>
          </a:solidFill>
          <a:uFillTx/>
          <a:latin typeface="Arial" panose="020B0604020202020204" pitchFamily="34" charset="0"/>
          <a:sym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sz="16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sym typeface="+mn-ea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sz="16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sym typeface="+mn-ea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sz="14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sym typeface="+mn-ea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sz="14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tags" Target="../tags/tag106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17.xml"/><Relationship Id="rId8" Type="http://schemas.openxmlformats.org/officeDocument/2006/relationships/tags" Target="../tags/tag116.xml"/><Relationship Id="rId7" Type="http://schemas.openxmlformats.org/officeDocument/2006/relationships/tags" Target="../tags/tag115.xml"/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3.xml"/><Relationship Id="rId10" Type="http://schemas.openxmlformats.org/officeDocument/2006/relationships/tags" Target="../tags/tag118.xml"/><Relationship Id="rId1" Type="http://schemas.openxmlformats.org/officeDocument/2006/relationships/tags" Target="../tags/tag109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tags" Target="../tags/tag11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4.xml"/><Relationship Id="rId3" Type="http://schemas.openxmlformats.org/officeDocument/2006/relationships/image" Target="../media/image1.jpeg"/><Relationship Id="rId2" Type="http://schemas.openxmlformats.org/officeDocument/2006/relationships/tags" Target="../tags/tag123.xml"/><Relationship Id="rId1" Type="http://schemas.openxmlformats.org/officeDocument/2006/relationships/tags" Target="../tags/tag12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7.xml"/><Relationship Id="rId3" Type="http://schemas.openxmlformats.org/officeDocument/2006/relationships/image" Target="../media/image2.jpeg"/><Relationship Id="rId2" Type="http://schemas.openxmlformats.org/officeDocument/2006/relationships/tags" Target="../tags/tag136.xml"/><Relationship Id="rId1" Type="http://schemas.openxmlformats.org/officeDocument/2006/relationships/tags" Target="../tags/tag135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" Type="http://schemas.openxmlformats.org/officeDocument/2006/relationships/tags" Target="../tags/tag138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" Type="http://schemas.openxmlformats.org/officeDocument/2006/relationships/tags" Target="../tags/tag14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" Type="http://schemas.openxmlformats.org/officeDocument/2006/relationships/tags" Target="../tags/tag144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" Type="http://schemas.openxmlformats.org/officeDocument/2006/relationships/tags" Target="../tags/tag1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 idx="32"/>
            <p:custDataLst>
              <p:tags r:id="rId1"/>
            </p:custDataLst>
          </p:nvPr>
        </p:nvSpPr>
        <p:spPr>
          <a:xfrm>
            <a:off x="598805" y="745490"/>
            <a:ext cx="8440420" cy="171069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Вирусы ПК и способы защиты</a:t>
            </a:r>
            <a:endParaRPr lang="en-US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363855" y="3552190"/>
            <a:ext cx="3308350" cy="1071245"/>
          </a:xfrm>
        </p:spPr>
        <p:txBody>
          <a:bodyPr>
            <a:noAutofit/>
          </a:bodyPr>
          <a:lstStyle/>
          <a:p>
            <a:r>
              <a:rPr lang="en-US" altLang="en-US"/>
              <a:t>Выполнил:</a:t>
            </a:r>
            <a:r>
              <a:rPr lang="ru-RU" altLang="en-US"/>
              <a:t> Мищенко Виктор и Абатуров Никита </a:t>
            </a:r>
            <a:endParaRPr lang="ru-RU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 idx="13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Актуальность</a:t>
            </a:r>
            <a:endParaRPr lang="en-US" altLang="en-US"/>
          </a:p>
        </p:txBody>
      </p:sp>
      <p:sp>
        <p:nvSpPr>
          <p:cNvPr id="13" name="序号"/>
          <p:cNvSpPr txBox="1"/>
          <p:nvPr>
            <p:custDataLst>
              <p:tags r:id="rId2"/>
            </p:custDataLst>
          </p:nvPr>
        </p:nvSpPr>
        <p:spPr>
          <a:xfrm>
            <a:off x="2778760" y="1980847"/>
            <a:ext cx="628649" cy="50101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noAutofit/>
          </a:bodyPr>
          <a:lstStyle>
            <a:defPPr>
              <a:defRPr lang="en-US"/>
            </a:defPPr>
            <a:lvl1pPr>
              <a:lnSpc>
                <a:spcPct val="130000"/>
              </a:lnSpc>
              <a:defRPr sz="2400">
                <a:gradFill flip="none" rotWithShape="1">
                  <a:gsLst>
                    <a:gs pos="0">
                      <a:schemeClr val="accent1"/>
                    </a:gs>
                    <a:gs pos="100000">
                      <a:srgbClr val="33CCFF"/>
                    </a:gs>
                  </a:gsLst>
                  <a:lin ang="2700000" scaled="1"/>
                  <a:tileRect/>
                </a:gradFill>
                <a:effectLst>
                  <a:outerShdw blurRad="139700" dist="38100" sx="102000" sy="102000" algn="ctr" rotWithShape="0">
                    <a:srgbClr val="33CCFF">
                      <a:alpha val="34000"/>
                    </a:srgbClr>
                  </a:outerShdw>
                </a:effectLst>
                <a:latin typeface="+mj-lt"/>
              </a:defRPr>
            </a:lvl1pPr>
          </a:lstStyle>
          <a:p>
            <a:pPr lvl="0" algn="l">
              <a:lnSpc>
                <a:spcPct val="90000"/>
              </a:lnSpc>
              <a:buClrTx/>
              <a:buSzTx/>
              <a:buFontTx/>
            </a:pPr>
            <a:r>
              <a:rPr lang="en-US" dirty="0">
                <a:solidFill>
                  <a:schemeClr val="accent1"/>
                </a:solidFill>
                <a:effectLst>
                  <a:outerShdw blurRad="139700" dist="38100" sx="102000" sy="102000" algn="ctr" rotWithShape="0">
                    <a:schemeClr val="accent3">
                      <a:lumMod val="40000"/>
                      <a:lumOff val="60000"/>
                      <a:alpha val="34000"/>
                    </a:schemeClr>
                  </a:outerShdw>
                </a:effectLst>
                <a:latin typeface="+mn-lt"/>
                <a:sym typeface="+mn-lt"/>
              </a:rPr>
              <a:t>01.</a:t>
            </a:r>
            <a:endParaRPr lang="en-US" dirty="0">
              <a:solidFill>
                <a:schemeClr val="accent1"/>
              </a:solidFill>
              <a:effectLst>
                <a:outerShdw blurRad="139700" dist="38100" sx="102000" sy="102000" algn="ctr" rotWithShape="0">
                  <a:schemeClr val="accent3">
                    <a:lumMod val="40000"/>
                    <a:lumOff val="60000"/>
                    <a:alpha val="34000"/>
                  </a:schemeClr>
                </a:outerShdw>
              </a:effectLst>
              <a:latin typeface="+mn-lt"/>
              <a:sym typeface="+mn-ea"/>
            </a:endParaRPr>
          </a:p>
        </p:txBody>
      </p:sp>
      <p:sp>
        <p:nvSpPr>
          <p:cNvPr id="23" name="序号"/>
          <p:cNvSpPr txBox="1"/>
          <p:nvPr>
            <p:custDataLst>
              <p:tags r:id="rId3"/>
            </p:custDataLst>
          </p:nvPr>
        </p:nvSpPr>
        <p:spPr>
          <a:xfrm>
            <a:off x="7119616" y="1980847"/>
            <a:ext cx="628649" cy="50101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noAutofit/>
          </a:bodyPr>
          <a:lstStyle>
            <a:defPPr>
              <a:defRPr lang="en-US"/>
            </a:defPPr>
            <a:lvl1pPr>
              <a:lnSpc>
                <a:spcPct val="130000"/>
              </a:lnSpc>
              <a:defRPr sz="2400">
                <a:gradFill flip="none" rotWithShape="1">
                  <a:gsLst>
                    <a:gs pos="0">
                      <a:schemeClr val="accent1"/>
                    </a:gs>
                    <a:gs pos="100000">
                      <a:srgbClr val="33CCFF"/>
                    </a:gs>
                  </a:gsLst>
                  <a:lin ang="2700000" scaled="1"/>
                  <a:tileRect/>
                </a:gradFill>
                <a:effectLst>
                  <a:outerShdw blurRad="139700" dist="38100" sx="102000" sy="102000" algn="ctr" rotWithShape="0">
                    <a:srgbClr val="33CCFF">
                      <a:alpha val="34000"/>
                    </a:srgbClr>
                  </a:outerShdw>
                </a:effectLst>
                <a:latin typeface="+mj-lt"/>
              </a:defRPr>
            </a:lvl1pPr>
          </a:lstStyle>
          <a:p>
            <a:pPr lvl="0" algn="l">
              <a:lnSpc>
                <a:spcPct val="90000"/>
              </a:lnSpc>
              <a:buClrTx/>
              <a:buSzTx/>
              <a:buFontTx/>
            </a:pPr>
            <a:r>
              <a:rPr lang="en-US" dirty="0">
                <a:solidFill>
                  <a:schemeClr val="accent1"/>
                </a:solidFill>
                <a:effectLst>
                  <a:outerShdw blurRad="139700" dist="38100" sx="102000" sy="102000" algn="ctr" rotWithShape="0">
                    <a:schemeClr val="accent6">
                      <a:alpha val="34000"/>
                    </a:schemeClr>
                  </a:outerShdw>
                </a:effectLst>
                <a:latin typeface="+mn-lt"/>
                <a:sym typeface="+mn-lt"/>
              </a:rPr>
              <a:t>02.</a:t>
            </a:r>
            <a:endParaRPr lang="en-US" dirty="0">
              <a:solidFill>
                <a:schemeClr val="accent1"/>
              </a:solidFill>
              <a:effectLst>
                <a:outerShdw blurRad="139700" dist="38100" sx="102000" sy="102000" algn="ctr" rotWithShape="0">
                  <a:schemeClr val="accent6">
                    <a:alpha val="34000"/>
                  </a:schemeClr>
                </a:outerShdw>
              </a:effectLst>
              <a:latin typeface="+mn-lt"/>
              <a:sym typeface="+mn-ea"/>
            </a:endParaRPr>
          </a:p>
        </p:txBody>
      </p:sp>
      <p:sp>
        <p:nvSpPr>
          <p:cNvPr id="31" name="标题"/>
          <p:cNvSpPr txBox="1"/>
          <p:nvPr>
            <p:custDataLst>
              <p:tags r:id="rId4"/>
            </p:custDataLst>
          </p:nvPr>
        </p:nvSpPr>
        <p:spPr>
          <a:xfrm>
            <a:off x="7849235" y="1980847"/>
            <a:ext cx="3445510" cy="118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en-US" sz="2000" b="1" dirty="0">
                <a:solidFill>
                  <a:schemeClr val="accent1"/>
                </a:solidFill>
                <a:effectLst/>
                <a:latin typeface="+mj-lt"/>
                <a:sym typeface="+mn-ea"/>
              </a:rPr>
              <a:t>Ежедневно появляются сотни тысяч новых вредоносных программ.</a:t>
            </a:r>
            <a:endParaRPr lang="en-US" altLang="en-US" sz="2000" b="1" dirty="0">
              <a:solidFill>
                <a:schemeClr val="accent1"/>
              </a:solidFill>
              <a:effectLst/>
              <a:latin typeface="+mj-lt"/>
              <a:sym typeface="+mn-ea"/>
            </a:endParaRPr>
          </a:p>
        </p:txBody>
      </p:sp>
      <p:sp>
        <p:nvSpPr>
          <p:cNvPr id="35" name="序号"/>
          <p:cNvSpPr txBox="1"/>
          <p:nvPr>
            <p:custDataLst>
              <p:tags r:id="rId5"/>
            </p:custDataLst>
          </p:nvPr>
        </p:nvSpPr>
        <p:spPr>
          <a:xfrm>
            <a:off x="7119616" y="4032890"/>
            <a:ext cx="628649" cy="50101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noAutofit/>
          </a:bodyPr>
          <a:lstStyle>
            <a:defPPr>
              <a:defRPr lang="en-US"/>
            </a:defPPr>
            <a:lvl1pPr>
              <a:lnSpc>
                <a:spcPct val="130000"/>
              </a:lnSpc>
              <a:defRPr sz="2400">
                <a:gradFill flip="none" rotWithShape="1">
                  <a:gsLst>
                    <a:gs pos="0">
                      <a:schemeClr val="accent1"/>
                    </a:gs>
                    <a:gs pos="100000">
                      <a:srgbClr val="33CCFF"/>
                    </a:gs>
                  </a:gsLst>
                  <a:lin ang="2700000" scaled="1"/>
                  <a:tileRect/>
                </a:gradFill>
                <a:effectLst>
                  <a:outerShdw blurRad="139700" dist="38100" sx="102000" sy="102000" algn="ctr" rotWithShape="0">
                    <a:srgbClr val="33CCFF">
                      <a:alpha val="34000"/>
                    </a:srgbClr>
                  </a:outerShdw>
                </a:effectLst>
                <a:latin typeface="+mj-lt"/>
              </a:defRPr>
            </a:lvl1pPr>
          </a:lstStyle>
          <a:p>
            <a:pPr lvl="0" algn="l">
              <a:lnSpc>
                <a:spcPct val="90000"/>
              </a:lnSpc>
              <a:buClrTx/>
              <a:buSzTx/>
              <a:buFontTx/>
            </a:pPr>
            <a:r>
              <a:rPr lang="en-US" dirty="0">
                <a:solidFill>
                  <a:schemeClr val="accent1"/>
                </a:solidFill>
                <a:effectLst>
                  <a:outerShdw blurRad="139700" dist="38100" sx="102000" sy="102000" algn="ctr" rotWithShape="0">
                    <a:schemeClr val="accent6">
                      <a:alpha val="34000"/>
                    </a:schemeClr>
                  </a:outerShdw>
                </a:effectLst>
                <a:latin typeface="+mn-lt"/>
                <a:sym typeface="+mn-lt"/>
              </a:rPr>
              <a:t>04.</a:t>
            </a:r>
            <a:endParaRPr lang="en-US" dirty="0">
              <a:solidFill>
                <a:schemeClr val="accent1"/>
              </a:solidFill>
              <a:effectLst>
                <a:outerShdw blurRad="139700" dist="38100" sx="102000" sy="102000" algn="ctr" rotWithShape="0">
                  <a:schemeClr val="accent6">
                    <a:alpha val="34000"/>
                  </a:schemeClr>
                </a:outerShdw>
              </a:effectLst>
              <a:latin typeface="+mn-lt"/>
              <a:sym typeface="+mn-ea"/>
            </a:endParaRPr>
          </a:p>
        </p:txBody>
      </p:sp>
      <p:sp>
        <p:nvSpPr>
          <p:cNvPr id="37" name="标题"/>
          <p:cNvSpPr txBox="1"/>
          <p:nvPr>
            <p:custDataLst>
              <p:tags r:id="rId6"/>
            </p:custDataLst>
          </p:nvPr>
        </p:nvSpPr>
        <p:spPr>
          <a:xfrm>
            <a:off x="7849235" y="4032890"/>
            <a:ext cx="3445510" cy="118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en-US" b="1" dirty="0">
                <a:solidFill>
                  <a:schemeClr val="accent1"/>
                </a:solidFill>
                <a:effectLst/>
                <a:latin typeface="+mj-lt"/>
                <a:sym typeface="+mn-ea"/>
              </a:rPr>
              <a:t>Каждый ПК — потенциальная цель.</a:t>
            </a:r>
            <a:endParaRPr lang="en-US" altLang="en-US" b="1" dirty="0">
              <a:solidFill>
                <a:schemeClr val="accent1"/>
              </a:solidFill>
              <a:effectLst/>
              <a:latin typeface="+mj-lt"/>
              <a:sym typeface="+mn-ea"/>
            </a:endParaRPr>
          </a:p>
        </p:txBody>
      </p:sp>
      <p:sp>
        <p:nvSpPr>
          <p:cNvPr id="40" name="序号"/>
          <p:cNvSpPr txBox="1"/>
          <p:nvPr>
            <p:custDataLst>
              <p:tags r:id="rId7"/>
            </p:custDataLst>
          </p:nvPr>
        </p:nvSpPr>
        <p:spPr>
          <a:xfrm>
            <a:off x="2778760" y="4032890"/>
            <a:ext cx="628649" cy="50101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noAutofit/>
          </a:bodyPr>
          <a:lstStyle>
            <a:defPPr>
              <a:defRPr lang="en-US"/>
            </a:defPPr>
            <a:lvl1pPr>
              <a:lnSpc>
                <a:spcPct val="130000"/>
              </a:lnSpc>
              <a:defRPr sz="2400">
                <a:gradFill flip="none" rotWithShape="1">
                  <a:gsLst>
                    <a:gs pos="0">
                      <a:schemeClr val="accent1"/>
                    </a:gs>
                    <a:gs pos="100000">
                      <a:srgbClr val="33CCFF"/>
                    </a:gs>
                  </a:gsLst>
                  <a:lin ang="2700000" scaled="1"/>
                  <a:tileRect/>
                </a:gradFill>
                <a:effectLst>
                  <a:outerShdw blurRad="139700" dist="38100" sx="102000" sy="102000" algn="ctr" rotWithShape="0">
                    <a:srgbClr val="33CCFF">
                      <a:alpha val="34000"/>
                    </a:srgbClr>
                  </a:outerShdw>
                </a:effectLst>
                <a:latin typeface="+mj-lt"/>
              </a:defRPr>
            </a:lvl1pPr>
          </a:lstStyle>
          <a:p>
            <a:pPr lvl="0" algn="l">
              <a:lnSpc>
                <a:spcPct val="90000"/>
              </a:lnSpc>
              <a:buClrTx/>
              <a:buSzTx/>
              <a:buFontTx/>
            </a:pPr>
            <a:r>
              <a:rPr lang="en-US" dirty="0">
                <a:solidFill>
                  <a:schemeClr val="accent1"/>
                </a:solidFill>
                <a:effectLst>
                  <a:outerShdw blurRad="139700" dist="38100" sx="102000" sy="102000" algn="ctr" rotWithShape="0">
                    <a:schemeClr val="accent6">
                      <a:alpha val="34000"/>
                    </a:schemeClr>
                  </a:outerShdw>
                </a:effectLst>
                <a:latin typeface="+mn-lt"/>
                <a:sym typeface="+mn-lt"/>
              </a:rPr>
              <a:t>03.</a:t>
            </a:r>
            <a:endParaRPr lang="en-US" dirty="0">
              <a:solidFill>
                <a:schemeClr val="accent1"/>
              </a:solidFill>
              <a:effectLst>
                <a:outerShdw blurRad="139700" dist="38100" sx="102000" sy="102000" algn="ctr" rotWithShape="0">
                  <a:schemeClr val="accent6">
                    <a:alpha val="34000"/>
                  </a:schemeClr>
                </a:outerShdw>
              </a:effectLst>
              <a:latin typeface="+mn-lt"/>
              <a:sym typeface="+mn-ea"/>
            </a:endParaRPr>
          </a:p>
        </p:txBody>
      </p:sp>
      <p:sp>
        <p:nvSpPr>
          <p:cNvPr id="42" name="标题"/>
          <p:cNvSpPr txBox="1"/>
          <p:nvPr>
            <p:custDataLst>
              <p:tags r:id="rId8"/>
            </p:custDataLst>
          </p:nvPr>
        </p:nvSpPr>
        <p:spPr>
          <a:xfrm>
            <a:off x="3508375" y="4032890"/>
            <a:ext cx="3445510" cy="118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en-US" b="1" dirty="0">
                <a:solidFill>
                  <a:schemeClr val="accent1"/>
                </a:solidFill>
                <a:effectLst/>
                <a:latin typeface="+mj-lt"/>
                <a:sym typeface="+mn-ea"/>
              </a:rPr>
              <a:t>Ущерб от атак — триллионы долларов в год.</a:t>
            </a:r>
            <a:endParaRPr lang="en-US" altLang="en-US" b="1" dirty="0">
              <a:solidFill>
                <a:schemeClr val="accent1"/>
              </a:solidFill>
              <a:effectLst/>
              <a:latin typeface="+mj-lt"/>
              <a:sym typeface="+mn-ea"/>
            </a:endParaRPr>
          </a:p>
        </p:txBody>
      </p:sp>
      <p:sp>
        <p:nvSpPr>
          <p:cNvPr id="2" name="标题"/>
          <p:cNvSpPr txBox="1"/>
          <p:nvPr>
            <p:custDataLst>
              <p:tags r:id="rId9"/>
            </p:custDataLst>
          </p:nvPr>
        </p:nvSpPr>
        <p:spPr>
          <a:xfrm>
            <a:off x="3508375" y="1980847"/>
            <a:ext cx="3445510" cy="118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en-US" b="1" dirty="0">
                <a:solidFill>
                  <a:schemeClr val="accent1"/>
                </a:solidFill>
                <a:effectLst/>
                <a:latin typeface="+mj-lt"/>
                <a:sym typeface="+mn-ea"/>
              </a:rPr>
              <a:t>Киберпреступность — одна из главных угроз </a:t>
            </a:r>
            <a:r>
              <a:rPr lang="en-US" altLang="ru-RU" b="1" dirty="0">
                <a:solidFill>
                  <a:schemeClr val="accent1"/>
                </a:solidFill>
                <a:effectLst/>
                <a:latin typeface="+mj-lt"/>
                <a:sym typeface="+mn-ea"/>
              </a:rPr>
              <a:t>XXI </a:t>
            </a:r>
            <a:r>
              <a:rPr lang="en-US" altLang="en-US" b="1" dirty="0">
                <a:solidFill>
                  <a:schemeClr val="accent1"/>
                </a:solidFill>
                <a:effectLst/>
                <a:latin typeface="+mj-lt"/>
                <a:sym typeface="+mn-ea"/>
              </a:rPr>
              <a:t>века.</a:t>
            </a:r>
            <a:endParaRPr lang="ru-RU" altLang="en-US" b="1" dirty="0">
              <a:solidFill>
                <a:schemeClr val="accent1"/>
              </a:solidFill>
              <a:effectLst/>
              <a:latin typeface="+mj-lt"/>
              <a:sym typeface="+mn-ea"/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5142865" y="6023292"/>
            <a:ext cx="5080000" cy="645160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b="0" i="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quote-cjk-patch"/>
                <a:ea typeface="quote-cjk-patch"/>
              </a:rPr>
              <a:t>Цель: изучить вирусы ПК и освоить способы защиты.</a:t>
            </a:r>
            <a:endParaRPr b="0" i="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latin typeface="quote-cjk-patch"/>
              <a:ea typeface="quote-cjk-patch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idx="13"/>
            <p:custDataLst>
              <p:tags r:id="rId1"/>
            </p:custDataLst>
          </p:nvPr>
        </p:nvSpPr>
        <p:spPr>
          <a:xfrm>
            <a:off x="257810" y="64135"/>
            <a:ext cx="10039350" cy="1396365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Что такое компьютерный вирус?</a:t>
            </a:r>
            <a:endParaRPr lang="en-US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9"/>
            <p:custDataLst>
              <p:tags r:id="rId2"/>
            </p:custDataLst>
          </p:nvPr>
        </p:nvSpPr>
        <p:spPr>
          <a:xfrm>
            <a:off x="963295" y="692785"/>
            <a:ext cx="6433185" cy="4130040"/>
          </a:xfrm>
        </p:spPr>
        <p:txBody>
          <a:bodyPr>
            <a:normAutofit/>
          </a:bodyPr>
          <a:lstStyle/>
          <a:p>
            <a:pPr algn="r"/>
            <a:r>
              <a:rPr lang="en-US" altLang="en-US" sz="1600"/>
              <a:t>Компьютерный вирус — это вредоносная программа, способная:</a:t>
            </a:r>
            <a:endParaRPr lang="en-US" altLang="ru-RU" sz="1600"/>
          </a:p>
          <a:p>
            <a:pPr algn="r"/>
            <a:r>
              <a:rPr lang="en-US" altLang="en-US" sz="1600"/>
              <a:t>Саморазмножаться (копировать себя).</a:t>
            </a:r>
            <a:endParaRPr lang="en-US" altLang="ru-RU" sz="1600"/>
          </a:p>
          <a:p>
            <a:pPr algn="r"/>
            <a:r>
              <a:rPr lang="en-US" altLang="en-US" sz="1600"/>
              <a:t>Внедряться в код других программ и файлов.</a:t>
            </a:r>
            <a:endParaRPr lang="en-US" altLang="ru-RU" sz="1600"/>
          </a:p>
          <a:p>
            <a:pPr algn="r"/>
            <a:r>
              <a:rPr lang="en-US" altLang="en-US" sz="1600"/>
              <a:t>Выполняться без ведома пользователя.</a:t>
            </a:r>
            <a:endParaRPr lang="en-US" altLang="ru-RU" sz="1600"/>
          </a:p>
          <a:p>
            <a:pPr algn="r"/>
            <a:endParaRPr lang="en-US" altLang="en-US" sz="1600"/>
          </a:p>
          <a:p>
            <a:pPr algn="r"/>
            <a:r>
              <a:rPr lang="en-US" altLang="en-US" sz="1600"/>
              <a:t>Ключевая особенность: способность к репликации.</a:t>
            </a:r>
            <a:endParaRPr lang="en-US" altLang="en-US" sz="1600"/>
          </a:p>
          <a:p>
            <a:pPr algn="r"/>
            <a:r>
              <a:rPr lang="en-US" altLang="en-US" sz="1600"/>
              <a:t>Важно: вирус — частный случай вредоносного ПО (</a:t>
            </a:r>
            <a:r>
              <a:rPr lang="en-US" altLang="ru-RU" sz="1600"/>
              <a:t>Malware).</a:t>
            </a:r>
            <a:endParaRPr lang="en-US" altLang="ru-RU" sz="1600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ее содержимое 1"/>
          <p:cNvSpPr>
            <a:spLocks noGrp="1"/>
          </p:cNvSpPr>
          <p:nvPr>
            <p:ph idx="2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По среде обитания</a:t>
            </a:r>
            <a:endParaRPr lang="en-US" altLang="en-US"/>
          </a:p>
          <a:p>
            <a:r>
              <a:rPr lang="en-US" altLang="en-US"/>
              <a:t>   Файловые</a:t>
            </a:r>
            <a:endParaRPr lang="en-US" altLang="en-US"/>
          </a:p>
          <a:p>
            <a:r>
              <a:rPr lang="en-US" altLang="en-US"/>
              <a:t>   Загрузочные (буткиты)</a:t>
            </a:r>
            <a:endParaRPr lang="en-US" altLang="en-US"/>
          </a:p>
          <a:p>
            <a:r>
              <a:rPr lang="en-US" altLang="en-US"/>
              <a:t>   Макровирусы</a:t>
            </a:r>
            <a:endParaRPr lang="en-US" altLang="en-US"/>
          </a:p>
          <a:p>
            <a:r>
              <a:rPr lang="en-US" altLang="en-US"/>
              <a:t>   Сетевые</a:t>
            </a:r>
            <a:endParaRPr lang="en-US" altLang="en-US"/>
          </a:p>
          <a:p>
            <a:r>
              <a:rPr lang="en-US" altLang="en-US"/>
              <a:t>По способу заражения</a:t>
            </a:r>
            <a:endParaRPr lang="en-US" altLang="en-US"/>
          </a:p>
          <a:p>
            <a:r>
              <a:rPr lang="en-US" altLang="en-US"/>
              <a:t>   Резидентные</a:t>
            </a:r>
            <a:endParaRPr lang="en-US" altLang="en-US"/>
          </a:p>
          <a:p>
            <a:r>
              <a:rPr lang="en-US" altLang="en-US"/>
              <a:t>   Нерезидентные</a:t>
            </a:r>
            <a:endParaRPr lang="en-US" altLang="en-US"/>
          </a:p>
          <a:p>
            <a:r>
              <a:rPr lang="en-US" altLang="en-US"/>
              <a:t> По сложности</a:t>
            </a:r>
            <a:endParaRPr lang="en-US" altLang="en-US"/>
          </a:p>
          <a:p>
            <a:r>
              <a:rPr lang="en-US" altLang="en-US"/>
              <a:t>     Полиморфные</a:t>
            </a:r>
            <a:endParaRPr lang="en-US" altLang="en-US"/>
          </a:p>
          <a:p>
            <a:r>
              <a:rPr lang="en-US" altLang="en-US"/>
              <a:t>     Стелс-вирусы</a:t>
            </a:r>
            <a:endParaRPr lang="en-US" altLang="en-US"/>
          </a:p>
          <a:p>
            <a:r>
              <a:rPr lang="en-US" altLang="en-US"/>
              <a:t>     Мутирующие</a:t>
            </a:r>
            <a:endParaRPr lang="en-US" altLang="en-US"/>
          </a:p>
        </p:txBody>
      </p:sp>
      <p:sp>
        <p:nvSpPr>
          <p:cNvPr id="3" name="Заголовок 2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US"/>
              <a:t>Классификация вирусов</a:t>
            </a:r>
            <a:endParaRPr lang="en-US" altLang="en-US"/>
          </a:p>
        </p:txBody>
      </p:sp>
      <p:pic>
        <p:nvPicPr>
          <p:cNvPr id="4" name="Изображение 3"/>
          <p:cNvPicPr/>
          <p:nvPr/>
        </p:nvPicPr>
        <p:blipFill>
          <a:blip r:embed="rId3"/>
          <a:stretch>
            <a:fillRect/>
          </a:stretch>
        </p:blipFill>
        <p:spPr>
          <a:xfrm>
            <a:off x="5408930" y="1783715"/>
            <a:ext cx="5710555" cy="405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ее содержимое 1"/>
          <p:cNvSpPr>
            <a:spLocks noGrp="1"/>
          </p:cNvSpPr>
          <p:nvPr>
            <p:ph idx="2"/>
            <p:custDataLst>
              <p:tags r:id="rId1"/>
            </p:custDataLst>
          </p:nvPr>
        </p:nvSpPr>
        <p:spPr/>
        <p:txBody>
          <a:bodyPr>
            <a:normAutofit lnSpcReduction="10000"/>
          </a:bodyPr>
          <a:p>
            <a:r>
              <a:rPr lang="en-US" altLang="en-US"/>
              <a:t>По способу работы:</a:t>
            </a:r>
            <a:endParaRPr lang="en-US" altLang="ru-RU"/>
          </a:p>
          <a:p>
            <a:r>
              <a:rPr lang="en-US" altLang="en-US"/>
              <a:t>Резидентные — остаются в памяти, заражают всё на ходу.</a:t>
            </a:r>
            <a:endParaRPr lang="en-US" altLang="ru-RU"/>
          </a:p>
          <a:p>
            <a:r>
              <a:rPr lang="en-US" altLang="en-US"/>
              <a:t>Нерезидентные — активны только при запуске зараженного файла.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По сложности:</a:t>
            </a:r>
            <a:endParaRPr lang="en-US" altLang="ru-RU"/>
          </a:p>
          <a:p>
            <a:r>
              <a:rPr lang="en-US" altLang="en-US"/>
              <a:t>Полиморфные — меняют код при каждом заражении. Сложно обнаружить.</a:t>
            </a:r>
            <a:endParaRPr lang="en-US" altLang="ru-RU"/>
          </a:p>
          <a:p>
            <a:r>
              <a:rPr lang="en-US" altLang="en-US"/>
              <a:t>Стелс-вирусы — маскируются, искажают информацию о себе.</a:t>
            </a:r>
            <a:endParaRPr lang="en-US" altLang="ru-RU"/>
          </a:p>
          <a:p>
            <a:r>
              <a:rPr lang="en-US" altLang="en-US"/>
              <a:t>Мутирующие — изменяют код при копировании.</a:t>
            </a:r>
            <a:endParaRPr lang="en-US" altLang="ru-RU"/>
          </a:p>
        </p:txBody>
      </p:sp>
      <p:sp>
        <p:nvSpPr>
          <p:cNvPr id="3" name="Заголовок 2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US"/>
              <a:t>Виды вирусов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Замещающее содержимое 4"/>
          <p:cNvGraphicFramePr/>
          <p:nvPr>
            <p:ph idx="2"/>
            <p:custDataLst>
              <p:tags r:id="rId1"/>
            </p:custDataLst>
          </p:nvPr>
        </p:nvGraphicFramePr>
        <p:xfrm>
          <a:off x="608330" y="1490345"/>
          <a:ext cx="10968990" cy="4621530"/>
        </p:xfrm>
        <a:graphic>
          <a:graphicData uri="http://schemas.openxmlformats.org/drawingml/2006/table">
            <a:tbl>
              <a:tblPr/>
              <a:tblGrid>
                <a:gridCol w="3656330"/>
                <a:gridCol w="3656330"/>
                <a:gridCol w="3656330"/>
              </a:tblGrid>
              <a:tr h="770255">
                <a:tc>
                  <a:txBody>
                    <a:bodyPr/>
                    <a:p>
                      <a:pPr algn="l">
                        <a:lnSpc>
                          <a:spcPts val="1500"/>
                        </a:lnSpc>
                      </a:pPr>
                      <a:r>
                        <a:rPr sz="1200" b="0" i="0">
                          <a:solidFill>
                            <a:srgbClr val="F9FAFB"/>
                          </a:solidFill>
                          <a:latin typeface="quote-cjk-patch"/>
                          <a:ea typeface="quote-cjk-patch"/>
                        </a:rPr>
                        <a:t>Тип</a:t>
                      </a:r>
                      <a:endParaRPr sz="1200" b="0" i="0">
                        <a:solidFill>
                          <a:srgbClr val="F9FAFB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0" marR="122237" marT="76517" marB="7651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500"/>
                        </a:lnSpc>
                      </a:pPr>
                      <a:r>
                        <a:rPr sz="1200" b="0" i="0">
                          <a:solidFill>
                            <a:srgbClr val="F9FAFB"/>
                          </a:solidFill>
                          <a:latin typeface="quote-cjk-patch"/>
                          <a:ea typeface="quote-cjk-patch"/>
                        </a:rPr>
                        <a:t>Размножается</a:t>
                      </a:r>
                      <a:endParaRPr sz="1200" b="0" i="0">
                        <a:solidFill>
                          <a:srgbClr val="F9FAFB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122237" marR="122237" marT="76517" marB="7651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500"/>
                        </a:lnSpc>
                      </a:pPr>
                      <a:r>
                        <a:rPr sz="1200" b="0" i="0">
                          <a:solidFill>
                            <a:srgbClr val="F9FAFB"/>
                          </a:solidFill>
                          <a:latin typeface="quote-cjk-patch"/>
                          <a:ea typeface="quote-cjk-patch"/>
                        </a:rPr>
                        <a:t>Пример угрозы</a:t>
                      </a:r>
                      <a:endParaRPr sz="1200" b="0" i="0">
                        <a:solidFill>
                          <a:srgbClr val="F9FAFB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122237" marR="122237" marT="76517" marB="7651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770255"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200" b="0" i="0">
                          <a:solidFill>
                            <a:srgbClr val="F9FAFB"/>
                          </a:solidFill>
                          <a:latin typeface="quote-cjk-patch"/>
                          <a:ea typeface="quote-cjk-patch"/>
                        </a:rPr>
                        <a:t>Червь (Worm)</a:t>
                      </a:r>
                      <a:endParaRPr sz="1200" b="0" i="0">
                        <a:solidFill>
                          <a:srgbClr val="F9FAFB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0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lang="ru-RU" sz="1200" b="0" i="0">
                          <a:solidFill>
                            <a:srgbClr val="F9FAFB"/>
                          </a:solidFill>
                          <a:latin typeface="quote-cjk-patch"/>
                          <a:ea typeface="quote-cjk-patch"/>
                        </a:rPr>
                        <a:t>П</a:t>
                      </a:r>
                      <a:r>
                        <a:rPr sz="1200" b="0" i="0">
                          <a:solidFill>
                            <a:srgbClr val="F9FAFB"/>
                          </a:solidFill>
                          <a:latin typeface="quote-cjk-patch"/>
                          <a:ea typeface="quote-cjk-patch"/>
                        </a:rPr>
                        <a:t>о сети</a:t>
                      </a:r>
                      <a:endParaRPr sz="1200" b="0" i="0">
                        <a:solidFill>
                          <a:srgbClr val="F9FAFB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122237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200" b="0" i="0">
                          <a:solidFill>
                            <a:srgbClr val="F9FAFB"/>
                          </a:solidFill>
                          <a:latin typeface="quote-cjk-patch"/>
                          <a:ea typeface="quote-cjk-patch"/>
                        </a:rPr>
                        <a:t>Перегрузка сети, бэкдоры</a:t>
                      </a:r>
                      <a:endParaRPr sz="1200" b="0" i="0">
                        <a:solidFill>
                          <a:srgbClr val="F9FAFB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122237" marR="0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70255"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200" b="0" i="0">
                          <a:solidFill>
                            <a:srgbClr val="F9FAFB"/>
                          </a:solidFill>
                          <a:latin typeface="quote-cjk-patch"/>
                          <a:ea typeface="quote-cjk-patch"/>
                        </a:rPr>
                        <a:t>Троян (Trojan)</a:t>
                      </a:r>
                      <a:endParaRPr sz="1200" b="0" i="0">
                        <a:solidFill>
                          <a:srgbClr val="F9FAFB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0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200" b="0" i="0">
                          <a:solidFill>
                            <a:srgbClr val="F9FAFB"/>
                          </a:solidFill>
                          <a:latin typeface="quote-cjk-patch"/>
                          <a:ea typeface="quote-cjk-patch"/>
                        </a:rPr>
                        <a:t>Нет</a:t>
                      </a:r>
                      <a:endParaRPr sz="1200" b="0" i="0">
                        <a:solidFill>
                          <a:srgbClr val="F9FAFB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122237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200" b="0" i="0">
                          <a:solidFill>
                            <a:srgbClr val="F9FAFB"/>
                          </a:solidFill>
                          <a:latin typeface="quote-cjk-patch"/>
                          <a:ea typeface="quote-cjk-patch"/>
                        </a:rPr>
                        <a:t>Кража данных, удаленный доступ</a:t>
                      </a:r>
                      <a:endParaRPr sz="1200" b="0" i="0">
                        <a:solidFill>
                          <a:srgbClr val="F9FAFB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122237" marR="0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70255"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200" b="0" i="0">
                          <a:solidFill>
                            <a:srgbClr val="F9FAFB"/>
                          </a:solidFill>
                          <a:latin typeface="quote-cjk-patch"/>
                          <a:ea typeface="quote-cjk-patch"/>
                        </a:rPr>
                        <a:t>Spyware</a:t>
                      </a:r>
                      <a:endParaRPr sz="1200" b="0" i="0">
                        <a:solidFill>
                          <a:srgbClr val="F9FAFB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0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200" b="0" i="0">
                          <a:solidFill>
                            <a:srgbClr val="F9FAFB"/>
                          </a:solidFill>
                          <a:latin typeface="quote-cjk-patch"/>
                          <a:ea typeface="quote-cjk-patch"/>
                        </a:rPr>
                        <a:t>Нет</a:t>
                      </a:r>
                      <a:endParaRPr sz="1200" b="0" i="0">
                        <a:solidFill>
                          <a:srgbClr val="F9FAFB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122237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200" b="0" i="0">
                          <a:solidFill>
                            <a:srgbClr val="F9FAFB"/>
                          </a:solidFill>
                          <a:latin typeface="quote-cjk-patch"/>
                          <a:ea typeface="quote-cjk-patch"/>
                        </a:rPr>
                        <a:t>Слежка, сбор паролей</a:t>
                      </a:r>
                      <a:endParaRPr sz="1200" b="0" i="0">
                        <a:solidFill>
                          <a:srgbClr val="F9FAFB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122237" marR="0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70255"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200" b="0" i="0">
                          <a:solidFill>
                            <a:srgbClr val="F9FAFB"/>
                          </a:solidFill>
                          <a:latin typeface="quote-cjk-patch"/>
                          <a:ea typeface="quote-cjk-patch"/>
                        </a:rPr>
                        <a:t>Adware</a:t>
                      </a:r>
                      <a:endParaRPr sz="1200" b="0" i="0">
                        <a:solidFill>
                          <a:srgbClr val="F9FAFB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0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200" b="0" i="0">
                          <a:solidFill>
                            <a:srgbClr val="F9FAFB"/>
                          </a:solidFill>
                          <a:latin typeface="quote-cjk-patch"/>
                          <a:ea typeface="quote-cjk-patch"/>
                        </a:rPr>
                        <a:t>Нет</a:t>
                      </a:r>
                      <a:endParaRPr sz="1200" b="0" i="0">
                        <a:solidFill>
                          <a:srgbClr val="F9FAFB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122237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200" b="0" i="0">
                          <a:solidFill>
                            <a:srgbClr val="F9FAFB"/>
                          </a:solidFill>
                          <a:latin typeface="quote-cjk-patch"/>
                          <a:ea typeface="quote-cjk-patch"/>
                        </a:rPr>
                        <a:t>Навязчивая реклама</a:t>
                      </a:r>
                      <a:endParaRPr sz="1200" b="0" i="0">
                        <a:solidFill>
                          <a:srgbClr val="F9FAFB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122237" marR="0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70255"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200" b="0" i="0">
                          <a:solidFill>
                            <a:srgbClr val="F9FAFB"/>
                          </a:solidFill>
                          <a:latin typeface="quote-cjk-patch"/>
                          <a:ea typeface="quote-cjk-patch"/>
                        </a:rPr>
                        <a:t>Ransomware</a:t>
                      </a:r>
                      <a:endParaRPr sz="1200" b="0" i="0">
                        <a:solidFill>
                          <a:srgbClr val="F9FAFB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0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200" b="0" i="0">
                          <a:solidFill>
                            <a:srgbClr val="F9FAFB"/>
                          </a:solidFill>
                          <a:latin typeface="quote-cjk-patch"/>
                          <a:ea typeface="quote-cjk-patch"/>
                        </a:rPr>
                        <a:t>Нет</a:t>
                      </a:r>
                      <a:endParaRPr sz="1200" b="0" i="0">
                        <a:solidFill>
                          <a:srgbClr val="F9FAFB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122237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200" b="0" i="0">
                          <a:solidFill>
                            <a:srgbClr val="F9FAFB"/>
                          </a:solidFill>
                          <a:latin typeface="quote-cjk-patch"/>
                          <a:ea typeface="quote-cjk-patch"/>
                        </a:rPr>
                        <a:t>Шифрование файлов, выкуп</a:t>
                      </a:r>
                      <a:endParaRPr sz="1200" b="0" i="0">
                        <a:solidFill>
                          <a:srgbClr val="F9FAFB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122237" marR="0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Заголовок 2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US"/>
              <a:t>Родственные угрозы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ее содержимое 1"/>
          <p:cNvSpPr>
            <a:spLocks noGrp="1"/>
          </p:cNvSpPr>
          <p:nvPr>
            <p:ph idx="2"/>
            <p:custDataLst>
              <p:tags r:id="rId1"/>
            </p:custDataLst>
          </p:nvPr>
        </p:nvSpPr>
        <p:spPr>
          <a:xfrm>
            <a:off x="679520" y="1593270"/>
            <a:ext cx="10969200" cy="4759200"/>
          </a:xfrm>
        </p:spPr>
        <p:txBody>
          <a:bodyPr/>
          <a:p>
            <a:pPr marL="0" indent="0">
              <a:buNone/>
            </a:pPr>
            <a:r>
              <a:rPr lang="ru-RU" altLang="en-US"/>
              <a:t> </a:t>
            </a:r>
            <a:endParaRPr lang="ru-RU" altLang="en-US"/>
          </a:p>
        </p:txBody>
      </p:sp>
      <p:sp>
        <p:nvSpPr>
          <p:cNvPr id="3" name="Заголовок 2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US"/>
              <a:t>Пути заражения ПК</a:t>
            </a:r>
            <a:endParaRPr lang="en-US" altLang="en-US"/>
          </a:p>
        </p:txBody>
      </p:sp>
      <p:graphicFrame>
        <p:nvGraphicFramePr>
          <p:cNvPr id="7" name="Таблица 6"/>
          <p:cNvGraphicFramePr/>
          <p:nvPr>
            <p:custDataLst>
              <p:tags r:id="rId3"/>
            </p:custDataLst>
          </p:nvPr>
        </p:nvGraphicFramePr>
        <p:xfrm>
          <a:off x="678180" y="1592580"/>
          <a:ext cx="10834370" cy="3775710"/>
        </p:xfrm>
        <a:graphic>
          <a:graphicData uri="http://schemas.openxmlformats.org/drawingml/2006/table">
            <a:tbl>
              <a:tblPr/>
              <a:tblGrid>
                <a:gridCol w="5417185"/>
                <a:gridCol w="5417185"/>
              </a:tblGrid>
              <a:tr h="629285">
                <a:tc>
                  <a:txBody>
                    <a:bodyPr/>
                    <a:p>
                      <a:pPr algn="l">
                        <a:lnSpc>
                          <a:spcPts val="1500"/>
                        </a:lnSpc>
                      </a:pPr>
                      <a:r>
                        <a:rPr sz="1100" b="0" i="0">
                          <a:solidFill>
                            <a:srgbClr val="F9FAFB"/>
                          </a:solidFill>
                          <a:latin typeface="quote-cjk-patch"/>
                          <a:ea typeface="quote-cjk-patch"/>
                        </a:rPr>
                        <a:t>Канал</a:t>
                      </a:r>
                      <a:endParaRPr sz="1100" b="0" i="0">
                        <a:solidFill>
                          <a:srgbClr val="F9FAFB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0" marR="122237" marT="76517" marB="7651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500"/>
                        </a:lnSpc>
                      </a:pPr>
                      <a:r>
                        <a:rPr sz="1100" b="0" i="0">
                          <a:solidFill>
                            <a:srgbClr val="F9FAFB"/>
                          </a:solidFill>
                          <a:latin typeface="quote-cjk-patch"/>
                          <a:ea typeface="quote-cjk-patch"/>
                        </a:rPr>
                        <a:t>Пример</a:t>
                      </a:r>
                      <a:endParaRPr sz="1100" b="0" i="0">
                        <a:solidFill>
                          <a:srgbClr val="F9FAFB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122237" marR="122237" marT="76517" marB="7651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629285"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100" b="0" i="0">
                          <a:solidFill>
                            <a:srgbClr val="F9FAFB"/>
                          </a:solidFill>
                          <a:latin typeface="quote-cjk-patch"/>
                          <a:ea typeface="quote-cjk-patch"/>
                        </a:rPr>
                        <a:t>Email</a:t>
                      </a:r>
                      <a:endParaRPr sz="1100" b="0" i="0">
                        <a:solidFill>
                          <a:srgbClr val="F9FAFB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0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100" b="0" i="0">
                          <a:solidFill>
                            <a:srgbClr val="F9FAFB"/>
                          </a:solidFill>
                          <a:latin typeface="quote-cjk-patch"/>
                          <a:ea typeface="quote-cjk-patch"/>
                        </a:rPr>
                        <a:t>Вложения, фишинговые ссылки</a:t>
                      </a:r>
                      <a:endParaRPr sz="1100" b="0" i="0">
                        <a:solidFill>
                          <a:srgbClr val="F9FAFB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122237" marR="0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9285"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100" b="0" i="0">
                          <a:solidFill>
                            <a:srgbClr val="F9FAFB"/>
                          </a:solidFill>
                          <a:latin typeface="quote-cjk-patch"/>
                          <a:ea typeface="quote-cjk-patch"/>
                        </a:rPr>
                        <a:t>USB-флешки</a:t>
                      </a:r>
                      <a:endParaRPr sz="1100" b="0" i="0">
                        <a:solidFill>
                          <a:srgbClr val="F9FAFB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0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100" b="0" i="0">
                          <a:solidFill>
                            <a:srgbClr val="F9FAFB"/>
                          </a:solidFill>
                          <a:latin typeface="quote-cjk-patch"/>
                          <a:ea typeface="quote-cjk-patch"/>
                        </a:rPr>
                        <a:t>Автозапуск, зараженные файлы</a:t>
                      </a:r>
                      <a:endParaRPr sz="1100" b="0" i="0">
                        <a:solidFill>
                          <a:srgbClr val="F9FAFB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122237" marR="0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9285"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100" b="0" i="0">
                          <a:solidFill>
                            <a:srgbClr val="F9FAFB"/>
                          </a:solidFill>
                          <a:latin typeface="quote-cjk-patch"/>
                          <a:ea typeface="quote-cjk-patch"/>
                        </a:rPr>
                        <a:t>Интернет</a:t>
                      </a:r>
                      <a:endParaRPr sz="1100" b="0" i="0">
                        <a:solidFill>
                          <a:srgbClr val="F9FAFB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0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100" b="0" i="0">
                          <a:solidFill>
                            <a:srgbClr val="F9FAFB"/>
                          </a:solidFill>
                          <a:latin typeface="quote-cjk-patch"/>
                          <a:ea typeface="quote-cjk-patch"/>
                        </a:rPr>
                        <a:t>Пиратское ПО, зараженные сайты</a:t>
                      </a:r>
                      <a:endParaRPr sz="1100" b="0" i="0">
                        <a:solidFill>
                          <a:srgbClr val="F9FAFB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122237" marR="0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9285"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100" b="0" i="0">
                          <a:solidFill>
                            <a:srgbClr val="F9FAFB"/>
                          </a:solidFill>
                          <a:latin typeface="quote-cjk-patch"/>
                          <a:ea typeface="quote-cjk-patch"/>
                        </a:rPr>
                        <a:t>Локальная сеть</a:t>
                      </a:r>
                      <a:endParaRPr sz="1100" b="0" i="0">
                        <a:solidFill>
                          <a:srgbClr val="F9FAFB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0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100" b="0" i="0">
                          <a:solidFill>
                            <a:srgbClr val="F9FAFB"/>
                          </a:solidFill>
                          <a:latin typeface="quote-cjk-patch"/>
                          <a:ea typeface="quote-cjk-patch"/>
                        </a:rPr>
                        <a:t>Уязвимости SMB, RDP</a:t>
                      </a:r>
                      <a:endParaRPr sz="1100" b="0" i="0">
                        <a:solidFill>
                          <a:srgbClr val="F9FAFB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122237" marR="0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9285"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100" b="0" i="0">
                          <a:solidFill>
                            <a:srgbClr val="F9FAFB"/>
                          </a:solidFill>
                          <a:latin typeface="quote-cjk-patch"/>
                          <a:ea typeface="quote-cjk-patch"/>
                        </a:rPr>
                        <a:t>Социальная инженерия</a:t>
                      </a:r>
                      <a:endParaRPr sz="1100" b="0" i="0">
                        <a:solidFill>
                          <a:srgbClr val="F9FAFB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0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sz="1100" b="0" i="0">
                          <a:solidFill>
                            <a:srgbClr val="F9FAFB"/>
                          </a:solidFill>
                          <a:latin typeface="quote-cjk-patch"/>
                          <a:ea typeface="quote-cjk-patch"/>
                        </a:rPr>
                        <a:t>Пользователь сам запускает вирус</a:t>
                      </a:r>
                      <a:endParaRPr sz="1100" b="0" i="0">
                        <a:solidFill>
                          <a:srgbClr val="F9FAFB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122237" marR="0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Текстовое поле 7"/>
          <p:cNvSpPr txBox="1"/>
          <p:nvPr/>
        </p:nvSpPr>
        <p:spPr>
          <a:xfrm>
            <a:off x="679450" y="5647372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sz="1600" b="0" i="0">
                <a:solidFill>
                  <a:srgbClr val="F9FAFB"/>
                </a:solidFill>
                <a:latin typeface="quote-cjk-patch"/>
                <a:ea typeface="quote-cjk-patch"/>
              </a:rPr>
              <a:t>80% заражений связаны с человеческим фактором.</a:t>
            </a:r>
            <a:endParaRPr sz="1600" b="0" i="0">
              <a:solidFill>
                <a:srgbClr val="F9FAFB"/>
              </a:solidFill>
              <a:latin typeface="quote-cjk-patch"/>
              <a:ea typeface="quote-cjk-patch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ее содержимое 1"/>
          <p:cNvSpPr>
            <a:spLocks noGrp="1"/>
          </p:cNvSpPr>
          <p:nvPr>
            <p:ph idx="2"/>
            <p:custDataLst>
              <p:tags r:id="rId1"/>
            </p:custDataLst>
          </p:nvPr>
        </p:nvSpPr>
        <p:spPr/>
        <p:txBody>
          <a:bodyPr>
            <a:normAutofit fontScale="90000" lnSpcReduction="20000"/>
          </a:bodyPr>
          <a:p>
            <a:r>
              <a:rPr lang="en-US" altLang="en-US"/>
              <a:t>Замедление работы ПК.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Появление неизвестных файлов и папок.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Самопроизвольное открытие окон.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Сбои программ, «синий экран».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Странная сетевая активность.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Блокировка доступа, требование выкупа.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Отключение антивируса.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Отсутствие симптомов ≠ отсутствие вируса.</a:t>
            </a:r>
            <a:endParaRPr lang="en-US" altLang="en-US"/>
          </a:p>
        </p:txBody>
      </p:sp>
      <p:sp>
        <p:nvSpPr>
          <p:cNvPr id="3" name="Заголовок 2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US"/>
              <a:t>Признаки заражения</a:t>
            </a:r>
            <a:endParaRPr lang="en-US" altLang="en-US"/>
          </a:p>
        </p:txBody>
      </p:sp>
      <p:pic>
        <p:nvPicPr>
          <p:cNvPr id="4" name="Изображение 3"/>
          <p:cNvPicPr/>
          <p:nvPr/>
        </p:nvPicPr>
        <p:blipFill>
          <a:blip r:embed="rId3"/>
          <a:stretch>
            <a:fillRect/>
          </a:stretch>
        </p:blipFill>
        <p:spPr>
          <a:xfrm>
            <a:off x="6299835" y="1584960"/>
            <a:ext cx="4950460" cy="390334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ее содержимое 1"/>
          <p:cNvSpPr>
            <a:spLocks noGrp="1"/>
          </p:cNvSpPr>
          <p:nvPr>
            <p:ph idx="2"/>
            <p:custDataLst>
              <p:tags r:id="rId1"/>
            </p:custDataLst>
          </p:nvPr>
        </p:nvSpPr>
        <p:spPr>
          <a:xfrm>
            <a:off x="608400" y="1490400"/>
            <a:ext cx="10969200" cy="4759200"/>
          </a:xfrm>
        </p:spPr>
        <p:txBody>
          <a:bodyPr>
            <a:normAutofit fontScale="60000"/>
          </a:bodyPr>
          <a:p>
            <a:r>
              <a:rPr lang="en-US" altLang="en-US"/>
              <a:t>1. Антивирус</a:t>
            </a:r>
            <a:endParaRPr lang="en-US" altLang="en-US"/>
          </a:p>
          <a:p>
            <a:r>
              <a:rPr lang="en-US" altLang="en-US"/>
              <a:t>Защита в реальном времени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2. Межсетевой экран (</a:t>
            </a:r>
            <a:r>
              <a:rPr lang="en-US" altLang="ru-RU"/>
              <a:t>Firewall)</a:t>
            </a:r>
            <a:endParaRPr lang="en-US" altLang="ru-RU"/>
          </a:p>
          <a:p>
            <a:r>
              <a:rPr lang="en-US" altLang="en-US"/>
              <a:t>Контроль трафика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3. Обновление ПО</a:t>
            </a:r>
            <a:endParaRPr lang="en-US" altLang="en-US"/>
          </a:p>
          <a:p>
            <a:r>
              <a:rPr lang="en-US" altLang="en-US"/>
              <a:t>Закрытие уязвимостей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4. Резервное копирование</a:t>
            </a:r>
            <a:endParaRPr lang="en-US" altLang="en-US"/>
          </a:p>
          <a:p>
            <a:r>
              <a:rPr lang="en-US" altLang="en-US"/>
              <a:t>Правило 3-2-1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5. Ограничение прав</a:t>
            </a:r>
            <a:endParaRPr lang="en-US" altLang="en-US"/>
          </a:p>
          <a:p>
            <a:r>
              <a:rPr lang="en-US" altLang="en-US"/>
              <a:t>Работа без администратора</a:t>
            </a:r>
            <a:endParaRPr lang="en-US" altLang="en-US"/>
          </a:p>
          <a:p>
            <a:endParaRPr lang="en-US" altLang="ru-RU"/>
          </a:p>
          <a:p>
            <a:pPr marL="0" indent="0">
              <a:buNone/>
            </a:pPr>
            <a:r>
              <a:rPr lang="ru-RU" altLang="en-US"/>
              <a:t>К</a:t>
            </a:r>
            <a:r>
              <a:rPr lang="en-US" altLang="en-US"/>
              <a:t>омплексный подход = надежная защита</a:t>
            </a:r>
            <a:endParaRPr lang="en-US" altLang="en-US"/>
          </a:p>
        </p:txBody>
      </p:sp>
      <p:sp>
        <p:nvSpPr>
          <p:cNvPr id="3" name="Заголовок 2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US"/>
              <a:t>Способы защиты: технические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ее содержимое 1"/>
          <p:cNvSpPr>
            <a:spLocks noGrp="1"/>
          </p:cNvSpPr>
          <p:nvPr>
            <p:ph idx="2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en-US"/>
              <a:t>Методы обнаружения:</a:t>
            </a:r>
            <a:endParaRPr lang="en-US" altLang="en-US"/>
          </a:p>
          <a:p>
            <a:r>
              <a:rPr lang="ru-RU" altLang="en-US"/>
              <a:t> </a:t>
            </a:r>
            <a:r>
              <a:rPr lang="en-US" altLang="en-US"/>
              <a:t>Сигнатурный — сравнение с базой известных вирусов.</a:t>
            </a:r>
            <a:endParaRPr lang="en-US" altLang="ru-RU"/>
          </a:p>
          <a:p>
            <a:r>
              <a:rPr lang="ru-RU" altLang="en-US"/>
              <a:t> </a:t>
            </a:r>
            <a:r>
              <a:rPr lang="en-US" altLang="en-US"/>
              <a:t>Эвристический — анализ подозрительного поведения.</a:t>
            </a:r>
            <a:endParaRPr lang="en-US" altLang="ru-RU"/>
          </a:p>
          <a:p>
            <a:r>
              <a:rPr lang="ru-RU" altLang="en-US"/>
              <a:t> </a:t>
            </a:r>
            <a:r>
              <a:rPr lang="en-US" altLang="en-US"/>
              <a:t>Поведенческий — мониторинг действий программ.</a:t>
            </a:r>
            <a:endParaRPr lang="en-US" altLang="ru-RU"/>
          </a:p>
          <a:p>
            <a:r>
              <a:rPr lang="ru-RU" altLang="en-US"/>
              <a:t> </a:t>
            </a:r>
            <a:r>
              <a:rPr lang="en-US" altLang="en-US"/>
              <a:t>Песочница (</a:t>
            </a:r>
            <a:r>
              <a:rPr lang="en-US" altLang="ru-RU"/>
              <a:t>Sandbox) — </a:t>
            </a:r>
            <a:r>
              <a:rPr lang="en-US" altLang="en-US"/>
              <a:t>запуск в изолированной среде.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Правила:</a:t>
            </a:r>
            <a:endParaRPr lang="en-US" altLang="ru-RU"/>
          </a:p>
          <a:p>
            <a:r>
              <a:rPr lang="ru-RU" altLang="en-US"/>
              <a:t> </a:t>
            </a:r>
            <a:r>
              <a:rPr lang="en-US" altLang="en-US"/>
              <a:t>Обновляйте базы ежедневно.</a:t>
            </a:r>
            <a:endParaRPr lang="en-US" altLang="ru-RU"/>
          </a:p>
          <a:p>
            <a:r>
              <a:rPr lang="ru-RU" altLang="en-US"/>
              <a:t> </a:t>
            </a:r>
            <a:r>
              <a:rPr lang="en-US" altLang="en-US"/>
              <a:t>Не отключайте защиту в реальном времени.</a:t>
            </a:r>
            <a:endParaRPr lang="en-US" altLang="en-US"/>
          </a:p>
        </p:txBody>
      </p:sp>
      <p:sp>
        <p:nvSpPr>
          <p:cNvPr id="3" name="Заголовок 2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US"/>
              <a:t>Антивирусная защита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ее содержимое 1"/>
          <p:cNvSpPr>
            <a:spLocks noGrp="1"/>
          </p:cNvSpPr>
          <p:nvPr>
            <p:ph idx="2"/>
            <p:custDataLst>
              <p:tags r:id="rId1"/>
            </p:custDataLst>
          </p:nvPr>
        </p:nvSpPr>
        <p:spPr/>
        <p:txBody>
          <a:bodyPr>
            <a:normAutofit lnSpcReduction="10000"/>
          </a:bodyPr>
          <a:p>
            <a:r>
              <a:rPr lang="en-US" altLang="en-US"/>
              <a:t>Обучение пользователей — распознавание фишинга.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Политики безопасности:</a:t>
            </a:r>
            <a:endParaRPr lang="en-US" altLang="ru-RU"/>
          </a:p>
          <a:p>
            <a:r>
              <a:rPr lang="ru-RU" altLang="en-US"/>
              <a:t> </a:t>
            </a:r>
            <a:r>
              <a:rPr lang="en-US" altLang="en-US"/>
              <a:t>Запрет личных флешек.</a:t>
            </a:r>
            <a:endParaRPr lang="en-US" altLang="ru-RU"/>
          </a:p>
          <a:p>
            <a:r>
              <a:rPr lang="ru-RU" altLang="en-US"/>
              <a:t> </a:t>
            </a:r>
            <a:r>
              <a:rPr lang="en-US" altLang="en-US"/>
              <a:t>Ограничение прав.</a:t>
            </a:r>
            <a:endParaRPr lang="en-US" altLang="ru-RU"/>
          </a:p>
          <a:p>
            <a:r>
              <a:rPr lang="ru-RU" altLang="en-US"/>
              <a:t> </a:t>
            </a:r>
            <a:r>
              <a:rPr lang="en-US" altLang="en-US"/>
              <a:t>Регламент реагирования.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Регулярные аудиты безопасности.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«Цифровая гигиена» — культура безопасной работы.</a:t>
            </a:r>
            <a:endParaRPr lang="en-US" altLang="en-US"/>
          </a:p>
        </p:txBody>
      </p:sp>
      <p:sp>
        <p:nvSpPr>
          <p:cNvPr id="3" name="Заголовок 2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US"/>
              <a:t>Способы защиты: организационные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ее содержимое 1"/>
          <p:cNvSpPr>
            <a:spLocks noGrp="1"/>
          </p:cNvSpPr>
          <p:nvPr>
            <p:ph idx="2"/>
            <p:custDataLst>
              <p:tags r:id="rId1"/>
            </p:custDataLst>
          </p:nvPr>
        </p:nvSpPr>
        <p:spPr/>
        <p:txBody>
          <a:bodyPr>
            <a:normAutofit lnSpcReduction="10000"/>
          </a:bodyPr>
          <a:p>
            <a:r>
              <a:rPr lang="en-US" altLang="en-US"/>
              <a:t>Отключить ПК от сети.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Не паниковать и не платить выкуп.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Запустить полную проверку антивирусом.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Использовать загрузочный диск (</a:t>
            </a:r>
            <a:r>
              <a:rPr lang="en-US" altLang="ru-RU"/>
              <a:t>LiveCD) </a:t>
            </a:r>
            <a:r>
              <a:rPr lang="en-US" altLang="en-US"/>
              <a:t>при необходимости.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Восстановить данные из резервной копии.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Сменить все пароли.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Сообщить в ИТ-отдел / специалисту.</a:t>
            </a:r>
            <a:endParaRPr lang="en-US" altLang="en-US"/>
          </a:p>
        </p:txBody>
      </p:sp>
      <p:sp>
        <p:nvSpPr>
          <p:cNvPr id="3" name="Заголовок 2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US"/>
              <a:t>Что делать при заражении?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ISCONTENTSTITLE" val="0"/>
  <p:tag name="KSO_WM_UNIT_ISNUMDGMTITLE" val="0"/>
  <p:tag name="KSO_WM_UNIT_PRESET_TEXT" val="Click to add subtitle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3*i*5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3*i*6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3*i*7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3*i*8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3*i*9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3*i*10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3*i*11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4*i*29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4*i*6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4*i*8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4*i*29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4*i*29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4*i*29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1*i*15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11*i*29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1*i*9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1*i*10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1*i*11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1*i*12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11*i*29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11*i*29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11*i*29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564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3.0"/>
  <p:tag name="KSO_WM_BEAUTIFY_FLAG" val="#wm#"/>
  <p:tag name="KSO_WM_TEMPLATE_CATEGORY" val="custom"/>
  <p:tag name="KSO_WM_TEMPLATE_INDEX" val="20233411"/>
</p:tagLst>
</file>

<file path=ppt/tags/tag10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11"/>
</p:tagLst>
</file>

<file path=ppt/tags/tag105.xml><?xml version="1.0" encoding="utf-8"?>
<p:tagLst xmlns:p="http://schemas.openxmlformats.org/presentationml/2006/main">
  <p:tag name="KSO_WM_SPECIAL_SOURCE" val="bdnull"/>
  <p:tag name="KSO_WM_TEMPLATE_THUMBS_INDEX" val="1、11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11"/>
</p:tagLst>
</file>

<file path=ppt/tags/tag10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11_11*a*1"/>
  <p:tag name="KSO_WM_TEMPLATE_CATEGORY" val="custom"/>
  <p:tag name="KSO_WM_TEMPLATE_INDEX" val="20233411"/>
  <p:tag name="KSO_WM_UNIT_LAYERLEVEL" val="1"/>
  <p:tag name="KSO_WM_TAG_VERSION" val="3.0"/>
  <p:tag name="KSO_WM_BEAUTIFY_FLAG" val="#wm#"/>
  <p:tag name="KSO_WM_UNIT_PRESET_TEXT" val="THANK YOU"/>
</p:tagLst>
</file>

<file path=ppt/tags/tag107.xml><?xml version="1.0" encoding="utf-8"?>
<p:tagLst xmlns:p="http://schemas.openxmlformats.org/presentationml/2006/main">
  <p:tag name="KSO_WM_UNIT_SUBTYPE" val="b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3411_11*f*1"/>
  <p:tag name="KSO_WM_TEMPLATE_CATEGORY" val="custom"/>
  <p:tag name="KSO_WM_TEMPLATE_INDEX" val="20233411"/>
  <p:tag name="KSO_WM_UNIT_LAYERLEVEL" val="1"/>
  <p:tag name="KSO_WM_TAG_VERSION" val="3.0"/>
  <p:tag name="KSO_WM_BEAUTIFY_FLAG" val="#wm#"/>
  <p:tag name="KSO_WM_UNIT_PRESET_TEXT" val="Name"/>
</p:tagLst>
</file>

<file path=ppt/tags/tag108.xml><?xml version="1.0" encoding="utf-8"?>
<p:tagLst xmlns:p="http://schemas.openxmlformats.org/presentationml/2006/main">
  <p:tag name="KSO_WM_SPECIAL_SOURCE" val="bdnull"/>
  <p:tag name="KSO_WM_SLIDE_CONTENT_AREA" val="{&quot;left&quot;:&quot;25.65&quot;,&quot;top&quot;:&quot;30.25&quot;,&quot;width&quot;:&quot;560.75&quot;,&quot;height&quot;:&quot;287.15&quot;}"/>
  <p:tag name="KSO_WM_SLIDE_ID" val="custom20233411_11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11"/>
  <p:tag name="KSO_WM_TAG_VERSION" val="3.0"/>
  <p:tag name="KSO_WM_BEAUTIFY_FLAG" val="#wm#"/>
  <p:tag name="KSO_WM_TEMPLATE_CATEGORY" val="custom"/>
  <p:tag name="KSO_WM_TEMPLATE_INDEX" val="20233411"/>
  <p:tag name="KSO_WM_SLIDE_LAYOUT" val="a_f"/>
  <p:tag name="KSO_WM_SLIDE_LAYOUT_CNT" val="1_1"/>
</p:tagLst>
</file>

<file path=ppt/tags/tag109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33411_4*a*1"/>
  <p:tag name="KSO_WM_TEMPLATE_CATEGORY" val="custom"/>
  <p:tag name="KSO_WM_TEMPLATE_INDEX" val="20233411"/>
  <p:tag name="KSO_WM_UNIT_LAYERLEVEL" val="1"/>
  <p:tag name="KSO_WM_TAG_VERSION" val="3.0"/>
  <p:tag name="KSO_WM_BEAUTIFY_FLAG" val="#wm#"/>
  <p:tag name="KSO_WM_UNIT_PRESET_TEXT" val="Contents "/>
</p:tagLst>
</file>

<file path=ppt/tags/tag110.xml><?xml version="1.0" encoding="utf-8"?>
<p:tagLst xmlns:p="http://schemas.openxmlformats.org/presentationml/2006/main">
  <p:tag name="KSO_WM_DIAGRAM_MAX_ITEMCNT" val="8"/>
  <p:tag name="KSO_WM_DIAGRAM_MIN_ITEMCNT" val="2"/>
  <p:tag name="KSO_WM_DIAGRAM_VIRTUALLY_FRAME" val="{&quot;height&quot;:279,&quot;left&quot;:178.40001220703124,&quot;top&quot;:143.76129921259843,&quot;width&quot;:751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.6000000238418579,&quot;colorType&quot;:1,&quot;foreColorIndex&quot;:7,&quot;transparency&quot;:0.6600000262260437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custom20230275_4*l_h_i*1_1_2"/>
  <p:tag name="KSO_WM_TEMPLATE_CATEGORY" val="custom"/>
  <p:tag name="KSO_WM_TEMPLATE_INDEX" val="20230275"/>
  <p:tag name="KSO_WM_UNIT_LAYERLEVEL" val="1_1_1"/>
  <p:tag name="KSO_WM_TAG_VERSION" val="3.0"/>
  <p:tag name="KSO_WM_BEAUTIFY_FLAG" val="#wm#"/>
  <p:tag name="KSO_WM_UNIT_PRESET_TEXT" val="01."/>
</p:tagLst>
</file>

<file path=ppt/tags/tag111.xml><?xml version="1.0" encoding="utf-8"?>
<p:tagLst xmlns:p="http://schemas.openxmlformats.org/presentationml/2006/main">
  <p:tag name="KSO_WM_DIAGRAM_MAX_ITEMCNT" val="8"/>
  <p:tag name="KSO_WM_DIAGRAM_MIN_ITEMCNT" val="2"/>
  <p:tag name="KSO_WM_DIAGRAM_VIRTUALLY_FRAME" val="{&quot;height&quot;:279,&quot;left&quot;:178.40001220703124,&quot;top&quot;:143.76129921259843,&quot;width&quot;:751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10,&quot;transparency&quot;:0.6600000262260437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custom20230275_4*l_h_i*1_2_2"/>
  <p:tag name="KSO_WM_TEMPLATE_CATEGORY" val="custom"/>
  <p:tag name="KSO_WM_TEMPLATE_INDEX" val="20230275"/>
  <p:tag name="KSO_WM_UNIT_LAYERLEVEL" val="1_1_1"/>
  <p:tag name="KSO_WM_TAG_VERSION" val="3.0"/>
  <p:tag name="KSO_WM_BEAUTIFY_FLAG" val="#wm#"/>
  <p:tag name="KSO_WM_UNIT_PRESET_TEXT" val="02."/>
</p:tagLst>
</file>

<file path=ppt/tags/tag112.xml><?xml version="1.0" encoding="utf-8"?>
<p:tagLst xmlns:p="http://schemas.openxmlformats.org/presentationml/2006/main">
  <p:tag name="KSO_WM_DIAGRAM_MAX_ITEMCNT" val="8"/>
  <p:tag name="KSO_WM_DIAGRAM_MIN_ITEMCNT" val="2"/>
  <p:tag name="KSO_WM_DIAGRAM_VIRTUALLY_FRAME" val="{&quot;height&quot;:279,&quot;left&quot;:178.40001220703124,&quot;top&quot;:143.76129921259843,&quot;width&quot;:751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custom20230275_4*l_h_f*1_2_1"/>
  <p:tag name="KSO_WM_TEMPLATE_CATEGORY" val="custom"/>
  <p:tag name="KSO_WM_TEMPLATE_INDEX" val="20230275"/>
  <p:tag name="KSO_WM_UNIT_LAYERLEVEL" val="1_1_1"/>
  <p:tag name="KSO_WM_TAG_VERSION" val="3.0"/>
  <p:tag name="KSO_WM_BEAUTIFY_FLAG" val="#wm#"/>
  <p:tag name="KSO_WM_UNIT_PRESET_TEXT" val="Your title here"/>
</p:tagLst>
</file>

<file path=ppt/tags/tag113.xml><?xml version="1.0" encoding="utf-8"?>
<p:tagLst xmlns:p="http://schemas.openxmlformats.org/presentationml/2006/main">
  <p:tag name="KSO_WM_DIAGRAM_MAX_ITEMCNT" val="8"/>
  <p:tag name="KSO_WM_DIAGRAM_MIN_ITEMCNT" val="2"/>
  <p:tag name="KSO_WM_DIAGRAM_VIRTUALLY_FRAME" val="{&quot;height&quot;:279,&quot;left&quot;:178.40001220703124,&quot;top&quot;:143.76129921259843,&quot;width&quot;:751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10,&quot;transparency&quot;:0.6600000262260437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custom20230275_4*l_h_i*1_4_2"/>
  <p:tag name="KSO_WM_TEMPLATE_CATEGORY" val="custom"/>
  <p:tag name="KSO_WM_TEMPLATE_INDEX" val="20230275"/>
  <p:tag name="KSO_WM_UNIT_LAYERLEVEL" val="1_1_1"/>
  <p:tag name="KSO_WM_TAG_VERSION" val="3.0"/>
  <p:tag name="KSO_WM_BEAUTIFY_FLAG" val="#wm#"/>
  <p:tag name="KSO_WM_UNIT_PRESET_TEXT" val="04."/>
</p:tagLst>
</file>

<file path=ppt/tags/tag114.xml><?xml version="1.0" encoding="utf-8"?>
<p:tagLst xmlns:p="http://schemas.openxmlformats.org/presentationml/2006/main">
  <p:tag name="KSO_WM_DIAGRAM_MAX_ITEMCNT" val="8"/>
  <p:tag name="KSO_WM_DIAGRAM_MIN_ITEMCNT" val="2"/>
  <p:tag name="KSO_WM_DIAGRAM_VIRTUALLY_FRAME" val="{&quot;height&quot;:279,&quot;left&quot;:178.40001220703124,&quot;top&quot;:143.76129921259843,&quot;width&quot;:751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custom20230275_4*l_h_f*1_4_1"/>
  <p:tag name="KSO_WM_TEMPLATE_CATEGORY" val="custom"/>
  <p:tag name="KSO_WM_TEMPLATE_INDEX" val="20230275"/>
  <p:tag name="KSO_WM_UNIT_LAYERLEVEL" val="1_1_1"/>
  <p:tag name="KSO_WM_TAG_VERSION" val="3.0"/>
  <p:tag name="KSO_WM_BEAUTIFY_FLAG" val="#wm#"/>
  <p:tag name="KSO_WM_UNIT_PRESET_TEXT" val="Your title here"/>
</p:tagLst>
</file>

<file path=ppt/tags/tag115.xml><?xml version="1.0" encoding="utf-8"?>
<p:tagLst xmlns:p="http://schemas.openxmlformats.org/presentationml/2006/main">
  <p:tag name="KSO_WM_DIAGRAM_MAX_ITEMCNT" val="8"/>
  <p:tag name="KSO_WM_DIAGRAM_MIN_ITEMCNT" val="2"/>
  <p:tag name="KSO_WM_DIAGRAM_VIRTUALLY_FRAME" val="{&quot;height&quot;:279,&quot;left&quot;:178.40001220703124,&quot;top&quot;:143.76129921259843,&quot;width&quot;:751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10,&quot;transparency&quot;:0.6600000262260437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custom20230275_4*l_h_i*1_3_2"/>
  <p:tag name="KSO_WM_TEMPLATE_CATEGORY" val="custom"/>
  <p:tag name="KSO_WM_TEMPLATE_INDEX" val="20230275"/>
  <p:tag name="KSO_WM_UNIT_LAYERLEVEL" val="1_1_1"/>
  <p:tag name="KSO_WM_TAG_VERSION" val="3.0"/>
  <p:tag name="KSO_WM_BEAUTIFY_FLAG" val="#wm#"/>
  <p:tag name="KSO_WM_UNIT_PRESET_TEXT" val="03."/>
</p:tagLst>
</file>

<file path=ppt/tags/tag116.xml><?xml version="1.0" encoding="utf-8"?>
<p:tagLst xmlns:p="http://schemas.openxmlformats.org/presentationml/2006/main">
  <p:tag name="KSO_WM_DIAGRAM_MAX_ITEMCNT" val="8"/>
  <p:tag name="KSO_WM_DIAGRAM_MIN_ITEMCNT" val="2"/>
  <p:tag name="KSO_WM_DIAGRAM_VIRTUALLY_FRAME" val="{&quot;height&quot;:279,&quot;left&quot;:178.40001220703124,&quot;top&quot;:143.76129921259843,&quot;width&quot;:751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custom20230275_4*l_h_f*1_3_1"/>
  <p:tag name="KSO_WM_TEMPLATE_CATEGORY" val="custom"/>
  <p:tag name="KSO_WM_TEMPLATE_INDEX" val="20230275"/>
  <p:tag name="KSO_WM_UNIT_LAYERLEVEL" val="1_1_1"/>
  <p:tag name="KSO_WM_TAG_VERSION" val="3.0"/>
  <p:tag name="KSO_WM_BEAUTIFY_FLAG" val="#wm#"/>
  <p:tag name="KSO_WM_UNIT_PRESET_TEXT" val="Your title here"/>
</p:tagLst>
</file>

<file path=ppt/tags/tag117.xml><?xml version="1.0" encoding="utf-8"?>
<p:tagLst xmlns:p="http://schemas.openxmlformats.org/presentationml/2006/main">
  <p:tag name="KSO_WM_DIAGRAM_MAX_ITEMCNT" val="8"/>
  <p:tag name="KSO_WM_DIAGRAM_MIN_ITEMCNT" val="2"/>
  <p:tag name="KSO_WM_DIAGRAM_VIRTUALLY_FRAME" val="{&quot;height&quot;:279,&quot;left&quot;:178.40001220703124,&quot;top&quot;:143.76129921259843,&quot;width&quot;:751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custom20230275_4*l_h_f*1_1_1"/>
  <p:tag name="KSO_WM_TEMPLATE_CATEGORY" val="custom"/>
  <p:tag name="KSO_WM_TEMPLATE_INDEX" val="20230275"/>
  <p:tag name="KSO_WM_UNIT_LAYERLEVEL" val="1_1_1"/>
  <p:tag name="KSO_WM_TAG_VERSION" val="3.0"/>
  <p:tag name="KSO_WM_BEAUTIFY_FLAG" val="#wm#"/>
  <p:tag name="KSO_WM_UNIT_PRESET_TEXT" val="Your title here"/>
</p:tagLst>
</file>

<file path=ppt/tags/tag118.xml><?xml version="1.0" encoding="utf-8"?>
<p:tagLst xmlns:p="http://schemas.openxmlformats.org/presentationml/2006/main">
  <p:tag name="KSO_WM_SPECIAL_SOURCE" val="bdnull"/>
  <p:tag name="KSO_WM_SLIDE_ID" val="custom20233411_4"/>
  <p:tag name="KSO_WM_TEMPLATE_SUBCATEGORY" val="29"/>
  <p:tag name="KSO_WM_TEMPLATE_MASTER_TYPE" val="0"/>
  <p:tag name="KSO_WM_TEMPLATE_COLOR_TYPE" val="0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3411"/>
  <p:tag name="KSO_WM_SLIDE_LAYOUT" val="a_l"/>
  <p:tag name="KSO_WM_SLIDE_LAYOUT_CNT" val="1_1"/>
</p:tagLst>
</file>

<file path=ppt/tags/tag11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11_9*a*1"/>
  <p:tag name="KSO_WM_TEMPLATE_CATEGORY" val="custom"/>
  <p:tag name="KSO_WM_TEMPLATE_INDEX" val="20233411"/>
  <p:tag name="KSO_WM_UNIT_LAYERLEVEL" val="1"/>
  <p:tag name="KSO_WM_TAG_VERSION" val="3.0"/>
  <p:tag name="KSO_WM_BEAUTIFY_FLAG" val="#wm#"/>
  <p:tag name="KSO_WM_UNIT_PRESET_TEXT" val="Your title here"/>
</p:tagLst>
</file>

<file path=ppt/tags/tag120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3411_9*e*1"/>
  <p:tag name="KSO_WM_TEMPLATE_CATEGORY" val="custom"/>
  <p:tag name="KSO_WM_TEMPLATE_INDEX" val="20233411"/>
  <p:tag name="KSO_WM_UNIT_LAYERLEVEL" val="1"/>
  <p:tag name="KSO_WM_TAG_VERSION" val="3.0"/>
  <p:tag name="KSO_WM_BEAUTIFY_FLAG" val="#wm#"/>
  <p:tag name="KSO_WM_UNIT_PRESET_TEXT" val="01"/>
</p:tagLst>
</file>

<file path=ppt/tags/tag121.xml><?xml version="1.0" encoding="utf-8"?>
<p:tagLst xmlns:p="http://schemas.openxmlformats.org/presentationml/2006/main">
  <p:tag name="KSO_WM_SPECIAL_SOURCE" val="bdnull"/>
  <p:tag name="KSO_WM_SLIDE_CONTENT_AREA" val="{&quot;left&quot;:&quot;224.75&quot;,&quot;top&quot;:&quot;58.35&quot;,&quot;width&quot;:&quot;719.95&quot;,&quot;height&quot;:&quot;296.25&quot;}"/>
  <p:tag name="KSO_WM_SLIDE_ID" val="custom20233411_9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411"/>
  <p:tag name="KSO_WM_SLIDE_LAYOUT" val="a_e"/>
  <p:tag name="KSO_WM_SLIDE_LAYOUT_CNT" val="1_1"/>
</p:tagLst>
</file>

<file path=ppt/tags/tag122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BEAUTIFY_FLAG" val="#wm#"/>
  <p:tag name="KSO_WM_TEMPLATE_CATEGORY" val="custom"/>
  <p:tag name="KSO_WM_TEMPLATE_INDEX" val="20233411"/>
</p:tagLst>
</file>

<file path=ppt/tags/tag125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BEAUTIFY_FLAG" val="#wm#"/>
  <p:tag name="KSO_WM_TEMPLATE_CATEGORY" val="custom"/>
  <p:tag name="KSO_WM_TEMPLATE_INDEX" val="20233411"/>
</p:tagLst>
</file>

<file path=ppt/tags/tag128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TABLE_ENDDRAG_ORIGIN_RECT" val="863*329"/>
  <p:tag name="TABLE_ENDDRAG_RECT" val="47*117*863*329"/>
</p:tagLst>
</file>

<file path=ppt/tags/tag12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30.xml><?xml version="1.0" encoding="utf-8"?>
<p:tagLst xmlns:p="http://schemas.openxmlformats.org/presentationml/2006/main">
  <p:tag name="KSO_WM_BEAUTIFY_FLAG" val="#wm#"/>
  <p:tag name="KSO_WM_TEMPLATE_CATEGORY" val="custom"/>
  <p:tag name="KSO_WM_TEMPLATE_INDEX" val="20233411"/>
</p:tagLst>
</file>

<file path=ppt/tags/tag131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TABLE_ENDDRAG_ORIGIN_RECT" val="853*297"/>
  <p:tag name="TABLE_ENDDRAG_RECT" val="53*125*853*297"/>
</p:tagLst>
</file>

<file path=ppt/tags/tag134.xml><?xml version="1.0" encoding="utf-8"?>
<p:tagLst xmlns:p="http://schemas.openxmlformats.org/presentationml/2006/main">
  <p:tag name="KSO_WM_BEAUTIFY_FLAG" val="#wm#"/>
  <p:tag name="KSO_WM_TEMPLATE_CATEGORY" val="custom"/>
  <p:tag name="KSO_WM_TEMPLATE_INDEX" val="20233411"/>
</p:tagLst>
</file>

<file path=ppt/tags/tag135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3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37.xml><?xml version="1.0" encoding="utf-8"?>
<p:tagLst xmlns:p="http://schemas.openxmlformats.org/presentationml/2006/main">
  <p:tag name="KSO_WM_BEAUTIFY_FLAG" val="#wm#"/>
  <p:tag name="KSO_WM_TEMPLATE_CATEGORY" val="custom"/>
  <p:tag name="KSO_WM_TEMPLATE_INDEX" val="20233411"/>
</p:tagLst>
</file>

<file path=ppt/tags/tag138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3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40.xml><?xml version="1.0" encoding="utf-8"?>
<p:tagLst xmlns:p="http://schemas.openxmlformats.org/presentationml/2006/main">
  <p:tag name="KSO_WM_BEAUTIFY_FLAG" val="#wm#"/>
  <p:tag name="KSO_WM_TEMPLATE_CATEGORY" val="custom"/>
  <p:tag name="KSO_WM_TEMPLATE_INDEX" val="20233411"/>
</p:tagLst>
</file>

<file path=ppt/tags/tag141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4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43.xml><?xml version="1.0" encoding="utf-8"?>
<p:tagLst xmlns:p="http://schemas.openxmlformats.org/presentationml/2006/main">
  <p:tag name="KSO_WM_BEAUTIFY_FLAG" val="#wm#"/>
  <p:tag name="KSO_WM_TEMPLATE_CATEGORY" val="custom"/>
  <p:tag name="KSO_WM_TEMPLATE_INDEX" val="20233411"/>
</p:tagLst>
</file>

<file path=ppt/tags/tag144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4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46.xml><?xml version="1.0" encoding="utf-8"?>
<p:tagLst xmlns:p="http://schemas.openxmlformats.org/presentationml/2006/main">
  <p:tag name="KSO_WM_BEAUTIFY_FLAG" val="#wm#"/>
  <p:tag name="KSO_WM_TEMPLATE_CATEGORY" val="custom"/>
  <p:tag name="KSO_WM_TEMPLATE_INDEX" val="20233411"/>
</p:tagLst>
</file>

<file path=ppt/tags/tag147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4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49.xml><?xml version="1.0" encoding="utf-8"?>
<p:tagLst xmlns:p="http://schemas.openxmlformats.org/presentationml/2006/main">
  <p:tag name="KSO_WM_BEAUTIFY_FLAG" val="#wm#"/>
  <p:tag name="KSO_WM_TEMPLATE_CATEGORY" val="custom"/>
  <p:tag name="KSO_WM_TEMPLATE_INDEX" val="20233411"/>
</p:tagLst>
</file>

<file path=ppt/theme/theme1.xml><?xml version="1.0" encoding="utf-8"?>
<a:theme xmlns:a="http://schemas.openxmlformats.org/drawingml/2006/main" name="Office Theme">
  <a:themeElements>
    <a:clrScheme name="自定义 24">
      <a:dk1>
        <a:sysClr val="windowText" lastClr="000000"/>
      </a:dk1>
      <a:lt1>
        <a:sysClr val="window" lastClr="FFFFFF"/>
      </a:lt1>
      <a:dk2>
        <a:srgbClr val="3F3F3F"/>
      </a:dk2>
      <a:lt2>
        <a:srgbClr val="FFFDEB"/>
      </a:lt2>
      <a:accent1>
        <a:srgbClr val="00CC66"/>
      </a:accent1>
      <a:accent2>
        <a:srgbClr val="FFC858"/>
      </a:accent2>
      <a:accent3>
        <a:srgbClr val="0C89F0"/>
      </a:accent3>
      <a:accent4>
        <a:srgbClr val="B71CC3"/>
      </a:accent4>
      <a:accent5>
        <a:srgbClr val="181FB1"/>
      </a:accent5>
      <a:accent6>
        <a:srgbClr val="33CCFF"/>
      </a:accent6>
      <a:hlink>
        <a:srgbClr val="0563C1"/>
      </a:hlink>
      <a:folHlink>
        <a:srgbClr val="954F72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DCD6CA"/>
          </a:solidFill>
          <a:prstDash val="solid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3004</Words>
  <Application>WPS Presentation</Application>
  <PresentationFormat>Широкоэкранный</PresentationFormat>
  <Paragraphs>206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Lato</vt:lpstr>
      <vt:lpstr>Segoe Print</vt:lpstr>
      <vt:lpstr>Manrope ExtraBold</vt:lpstr>
      <vt:lpstr>quote-cjk-patch</vt:lpstr>
      <vt:lpstr>Office Theme</vt:lpstr>
      <vt:lpstr>THANK YOU</vt:lpstr>
      <vt:lpstr>Contents </vt:lpstr>
      <vt:lpstr>Your title here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Вирусы ПК и способы защиты</dc:title>
  <dc:creator/>
  <cp:lastModifiedBy>Виктор Мищенко</cp:lastModifiedBy>
  <cp:revision>1</cp:revision>
  <dcterms:created xsi:type="dcterms:W3CDTF">2026-09-26T06:21:21Z</dcterms:created>
  <dcterms:modified xsi:type="dcterms:W3CDTF">2026-09-26T06:21:21Z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1049-12.1.0.28485</vt:lpwstr>
  </property>
  <property fmtid="{D5CDD505-2E9C-101B-9397-08002B2CF9AE}" pid="3" name="ICV">
    <vt:lpwstr>807749AD891542ACAD1167AE42614DAF_12</vt:lpwstr>
  </property>
</Properties>
</file>